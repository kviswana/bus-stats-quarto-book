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4" r:id="rId9"/>
    <p:sldId id="261" r:id="rId10"/>
    <p:sldId id="262" r:id="rId11"/>
    <p:sldId id="26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AEAB20-53C7-E547-B110-CA366EDAD81F}" v="186" dt="2026-02-16T12:51:22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94"/>
  </p:normalViewPr>
  <p:slideViewPr>
    <p:cSldViewPr snapToGrid="0">
      <p:cViewPr>
        <p:scale>
          <a:sx n="120" d="100"/>
          <a:sy n="120" d="100"/>
        </p:scale>
        <p:origin x="25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wa Viswanathan" userId="eeb7c4cd-bdfa-4397-b7a5-e8e212654fbb" providerId="ADAL" clId="{789CB485-5F3F-5DB7-AA3E-86007C2BD59C}"/>
    <pc:docChg chg="undo custSel addSld modSld">
      <pc:chgData name="Viswa Viswanathan" userId="eeb7c4cd-bdfa-4397-b7a5-e8e212654fbb" providerId="ADAL" clId="{789CB485-5F3F-5DB7-AA3E-86007C2BD59C}" dt="2026-02-16T20:55:56.693" v="877" actId="1076"/>
      <pc:docMkLst>
        <pc:docMk/>
      </pc:docMkLst>
      <pc:sldChg chg="addSp delSp modSp new mod">
        <pc:chgData name="Viswa Viswanathan" userId="eeb7c4cd-bdfa-4397-b7a5-e8e212654fbb" providerId="ADAL" clId="{789CB485-5F3F-5DB7-AA3E-86007C2BD59C}" dt="2026-02-13T00:42:49.301" v="728" actId="14100"/>
        <pc:sldMkLst>
          <pc:docMk/>
          <pc:sldMk cId="911215209" sldId="262"/>
        </pc:sldMkLst>
        <pc:spChg chg="add mod">
          <ac:chgData name="Viswa Viswanathan" userId="eeb7c4cd-bdfa-4397-b7a5-e8e212654fbb" providerId="ADAL" clId="{789CB485-5F3F-5DB7-AA3E-86007C2BD59C}" dt="2026-01-23T23:23:18.709" v="159" actId="20577"/>
          <ac:spMkLst>
            <pc:docMk/>
            <pc:sldMk cId="911215209" sldId="262"/>
            <ac:spMk id="2" creationId="{0A3E5002-7B6B-E02E-628E-90D766B6B000}"/>
          </ac:spMkLst>
        </pc:spChg>
        <pc:spChg chg="add mod">
          <ac:chgData name="Viswa Viswanathan" userId="eeb7c4cd-bdfa-4397-b7a5-e8e212654fbb" providerId="ADAL" clId="{789CB485-5F3F-5DB7-AA3E-86007C2BD59C}" dt="2026-01-23T23:22:23.455" v="124" actId="12789"/>
          <ac:spMkLst>
            <pc:docMk/>
            <pc:sldMk cId="911215209" sldId="262"/>
            <ac:spMk id="3" creationId="{A01A5C40-7FF4-F412-513F-365DD14DAA63}"/>
          </ac:spMkLst>
        </pc:spChg>
        <pc:spChg chg="add mod">
          <ac:chgData name="Viswa Viswanathan" userId="eeb7c4cd-bdfa-4397-b7a5-e8e212654fbb" providerId="ADAL" clId="{789CB485-5F3F-5DB7-AA3E-86007C2BD59C}" dt="2026-01-23T23:22:52.977" v="137" actId="1037"/>
          <ac:spMkLst>
            <pc:docMk/>
            <pc:sldMk cId="911215209" sldId="262"/>
            <ac:spMk id="4" creationId="{2476DD39-9FED-DADF-4379-9DE2E87041E0}"/>
          </ac:spMkLst>
        </pc:spChg>
        <pc:spChg chg="mod">
          <ac:chgData name="Viswa Viswanathan" userId="eeb7c4cd-bdfa-4397-b7a5-e8e212654fbb" providerId="ADAL" clId="{789CB485-5F3F-5DB7-AA3E-86007C2BD59C}" dt="2026-02-13T00:42:39.565" v="726" actId="20577"/>
          <ac:spMkLst>
            <pc:docMk/>
            <pc:sldMk cId="911215209" sldId="262"/>
            <ac:spMk id="15" creationId="{C7551B2C-1AA9-7E38-DD98-FDAADE8941B1}"/>
          </ac:spMkLst>
        </pc:spChg>
        <pc:spChg chg="mod">
          <ac:chgData name="Viswa Viswanathan" userId="eeb7c4cd-bdfa-4397-b7a5-e8e212654fbb" providerId="ADAL" clId="{789CB485-5F3F-5DB7-AA3E-86007C2BD59C}" dt="2026-01-23T23:35:54.897" v="335" actId="1036"/>
          <ac:spMkLst>
            <pc:docMk/>
            <pc:sldMk cId="911215209" sldId="262"/>
            <ac:spMk id="17" creationId="{7E5338C1-7C34-0A28-59B0-12735D42A3EF}"/>
          </ac:spMkLst>
        </pc:spChg>
        <pc:spChg chg="add mod">
          <ac:chgData name="Viswa Viswanathan" userId="eeb7c4cd-bdfa-4397-b7a5-e8e212654fbb" providerId="ADAL" clId="{789CB485-5F3F-5DB7-AA3E-86007C2BD59C}" dt="2026-01-23T23:36:21.602" v="373" actId="1076"/>
          <ac:spMkLst>
            <pc:docMk/>
            <pc:sldMk cId="911215209" sldId="262"/>
            <ac:spMk id="21" creationId="{2894E016-1DED-8934-5200-E9E093A7E0BC}"/>
          </ac:spMkLst>
        </pc:spChg>
        <pc:spChg chg="mod">
          <ac:chgData name="Viswa Viswanathan" userId="eeb7c4cd-bdfa-4397-b7a5-e8e212654fbb" providerId="ADAL" clId="{789CB485-5F3F-5DB7-AA3E-86007C2BD59C}" dt="2026-02-13T00:40:30.050" v="618" actId="14100"/>
          <ac:spMkLst>
            <pc:docMk/>
            <pc:sldMk cId="911215209" sldId="262"/>
            <ac:spMk id="23" creationId="{108CA430-570E-D900-4294-58E99DC0CA5F}"/>
          </ac:spMkLst>
        </pc:spChg>
        <pc:spChg chg="mod">
          <ac:chgData name="Viswa Viswanathan" userId="eeb7c4cd-bdfa-4397-b7a5-e8e212654fbb" providerId="ADAL" clId="{789CB485-5F3F-5DB7-AA3E-86007C2BD59C}" dt="2026-02-13T00:41:51.202" v="714" actId="14100"/>
          <ac:spMkLst>
            <pc:docMk/>
            <pc:sldMk cId="911215209" sldId="262"/>
            <ac:spMk id="24" creationId="{AF17F315-0772-B4CF-DECC-8C2B4727AFF6}"/>
          </ac:spMkLst>
        </pc:spChg>
        <pc:spChg chg="add mod">
          <ac:chgData name="Viswa Viswanathan" userId="eeb7c4cd-bdfa-4397-b7a5-e8e212654fbb" providerId="ADAL" clId="{789CB485-5F3F-5DB7-AA3E-86007C2BD59C}" dt="2026-01-27T23:22:59.775" v="584" actId="1037"/>
          <ac:spMkLst>
            <pc:docMk/>
            <pc:sldMk cId="911215209" sldId="262"/>
            <ac:spMk id="27" creationId="{7F07CC57-8E13-7016-C90F-02EBF5249DB9}"/>
          </ac:spMkLst>
        </pc:spChg>
        <pc:grpChg chg="add mod">
          <ac:chgData name="Viswa Viswanathan" userId="eeb7c4cd-bdfa-4397-b7a5-e8e212654fbb" providerId="ADAL" clId="{789CB485-5F3F-5DB7-AA3E-86007C2BD59C}" dt="2026-01-23T23:29:23.480" v="163" actId="1076"/>
          <ac:grpSpMkLst>
            <pc:docMk/>
            <pc:sldMk cId="911215209" sldId="262"/>
            <ac:grpSpMk id="13" creationId="{A4056F16-7DF2-C97A-6403-6C96D4808F18}"/>
          </ac:grpSpMkLst>
        </pc:grpChg>
        <pc:grpChg chg="add mod">
          <ac:chgData name="Viswa Viswanathan" userId="eeb7c4cd-bdfa-4397-b7a5-e8e212654fbb" providerId="ADAL" clId="{789CB485-5F3F-5DB7-AA3E-86007C2BD59C}" dt="2026-01-23T23:36:21.602" v="373" actId="1076"/>
          <ac:grpSpMkLst>
            <pc:docMk/>
            <pc:sldMk cId="911215209" sldId="262"/>
            <ac:grpSpMk id="14" creationId="{A66FB24D-9BAD-3928-3B7C-189E29BB25E4}"/>
          </ac:grpSpMkLst>
        </pc:grpChg>
        <pc:grpChg chg="add mod">
          <ac:chgData name="Viswa Viswanathan" userId="eeb7c4cd-bdfa-4397-b7a5-e8e212654fbb" providerId="ADAL" clId="{789CB485-5F3F-5DB7-AA3E-86007C2BD59C}" dt="2026-01-27T23:22:47.589" v="526" actId="20577"/>
          <ac:grpSpMkLst>
            <pc:docMk/>
            <pc:sldMk cId="911215209" sldId="262"/>
            <ac:grpSpMk id="22" creationId="{F47366C1-EC5E-12C4-D6B9-22B078CF8813}"/>
          </ac:grpSpMkLst>
        </pc:grpChg>
        <pc:grpChg chg="add mod">
          <ac:chgData name="Viswa Viswanathan" userId="eeb7c4cd-bdfa-4397-b7a5-e8e212654fbb" providerId="ADAL" clId="{789CB485-5F3F-5DB7-AA3E-86007C2BD59C}" dt="2026-02-13T00:42:05.501" v="715" actId="14100"/>
          <ac:grpSpMkLst>
            <pc:docMk/>
            <pc:sldMk cId="911215209" sldId="262"/>
            <ac:grpSpMk id="28" creationId="{E6131264-CD0A-08D7-1D35-652C809C006B}"/>
          </ac:grpSpMkLst>
        </pc:grpChg>
        <pc:grpChg chg="add mod">
          <ac:chgData name="Viswa Viswanathan" userId="eeb7c4cd-bdfa-4397-b7a5-e8e212654fbb" providerId="ADAL" clId="{789CB485-5F3F-5DB7-AA3E-86007C2BD59C}" dt="2026-02-13T00:42:49.301" v="728" actId="14100"/>
          <ac:grpSpMkLst>
            <pc:docMk/>
            <pc:sldMk cId="911215209" sldId="262"/>
            <ac:grpSpMk id="30" creationId="{4ABD37B4-9E1F-154D-2392-4C73F07FE41F}"/>
          </ac:grpSpMkLst>
        </pc:grpChg>
        <pc:cxnChg chg="add mod">
          <ac:chgData name="Viswa Viswanathan" userId="eeb7c4cd-bdfa-4397-b7a5-e8e212654fbb" providerId="ADAL" clId="{789CB485-5F3F-5DB7-AA3E-86007C2BD59C}" dt="2026-01-23T23:22:33.242" v="125" actId="14100"/>
          <ac:cxnSpMkLst>
            <pc:docMk/>
            <pc:sldMk cId="911215209" sldId="262"/>
            <ac:cxnSpMk id="6" creationId="{355BF273-DE9B-E1D6-6672-CA1B546D8C2E}"/>
          </ac:cxnSpMkLst>
        </pc:cxnChg>
        <pc:cxnChg chg="add mod">
          <ac:chgData name="Viswa Viswanathan" userId="eeb7c4cd-bdfa-4397-b7a5-e8e212654fbb" providerId="ADAL" clId="{789CB485-5F3F-5DB7-AA3E-86007C2BD59C}" dt="2026-01-23T23:22:48.785" v="134" actId="1037"/>
          <ac:cxnSpMkLst>
            <pc:docMk/>
            <pc:sldMk cId="911215209" sldId="262"/>
            <ac:cxnSpMk id="8" creationId="{61E6F99B-3A03-6C92-599D-58D7E1685353}"/>
          </ac:cxnSpMkLst>
        </pc:cxnChg>
        <pc:cxnChg chg="mod">
          <ac:chgData name="Viswa Viswanathan" userId="eeb7c4cd-bdfa-4397-b7a5-e8e212654fbb" providerId="ADAL" clId="{789CB485-5F3F-5DB7-AA3E-86007C2BD59C}" dt="2026-01-23T23:35:41.862" v="305" actId="20577"/>
          <ac:cxnSpMkLst>
            <pc:docMk/>
            <pc:sldMk cId="911215209" sldId="262"/>
            <ac:cxnSpMk id="18" creationId="{137A6BC3-E0E3-B011-335E-EBAA4F3640DA}"/>
          </ac:cxnSpMkLst>
        </pc:cxnChg>
        <pc:cxnChg chg="mod">
          <ac:chgData name="Viswa Viswanathan" userId="eeb7c4cd-bdfa-4397-b7a5-e8e212654fbb" providerId="ADAL" clId="{789CB485-5F3F-5DB7-AA3E-86007C2BD59C}" dt="2026-01-23T23:35:41.862" v="305" actId="20577"/>
          <ac:cxnSpMkLst>
            <pc:docMk/>
            <pc:sldMk cId="911215209" sldId="262"/>
            <ac:cxnSpMk id="19" creationId="{EC6C8ADA-CD46-4F26-1D94-A2F0E9576103}"/>
          </ac:cxnSpMkLst>
        </pc:cxnChg>
        <pc:cxnChg chg="mod">
          <ac:chgData name="Viswa Viswanathan" userId="eeb7c4cd-bdfa-4397-b7a5-e8e212654fbb" providerId="ADAL" clId="{789CB485-5F3F-5DB7-AA3E-86007C2BD59C}" dt="2026-01-27T23:22:47.589" v="526" actId="20577"/>
          <ac:cxnSpMkLst>
            <pc:docMk/>
            <pc:sldMk cId="911215209" sldId="262"/>
            <ac:cxnSpMk id="25" creationId="{4D6829DA-4215-60DB-9C36-E4B4EE0E13EA}"/>
          </ac:cxnSpMkLst>
        </pc:cxnChg>
        <pc:cxnChg chg="mod">
          <ac:chgData name="Viswa Viswanathan" userId="eeb7c4cd-bdfa-4397-b7a5-e8e212654fbb" providerId="ADAL" clId="{789CB485-5F3F-5DB7-AA3E-86007C2BD59C}" dt="2026-02-13T00:41:05.856" v="711" actId="1038"/>
          <ac:cxnSpMkLst>
            <pc:docMk/>
            <pc:sldMk cId="911215209" sldId="262"/>
            <ac:cxnSpMk id="26" creationId="{EDA9B41D-7F01-8B25-E5B3-51477B0EDB78}"/>
          </ac:cxnSpMkLst>
        </pc:cxnChg>
      </pc:sldChg>
      <pc:sldChg chg="addSp modSp new mod">
        <pc:chgData name="Viswa Viswanathan" userId="eeb7c4cd-bdfa-4397-b7a5-e8e212654fbb" providerId="ADAL" clId="{789CB485-5F3F-5DB7-AA3E-86007C2BD59C}" dt="2026-01-25T14:51:15.562" v="438" actId="20577"/>
        <pc:sldMkLst>
          <pc:docMk/>
          <pc:sldMk cId="1398332104" sldId="263"/>
        </pc:sldMkLst>
        <pc:spChg chg="mod">
          <ac:chgData name="Viswa Viswanathan" userId="eeb7c4cd-bdfa-4397-b7a5-e8e212654fbb" providerId="ADAL" clId="{789CB485-5F3F-5DB7-AA3E-86007C2BD59C}" dt="2026-01-25T14:51:15.562" v="438" actId="20577"/>
          <ac:spMkLst>
            <pc:docMk/>
            <pc:sldMk cId="1398332104" sldId="263"/>
            <ac:spMk id="3" creationId="{084818F6-C7C0-5DF1-F745-47E963919782}"/>
          </ac:spMkLst>
        </pc:spChg>
        <pc:spChg chg="mod">
          <ac:chgData name="Viswa Viswanathan" userId="eeb7c4cd-bdfa-4397-b7a5-e8e212654fbb" providerId="ADAL" clId="{789CB485-5F3F-5DB7-AA3E-86007C2BD59C}" dt="2026-01-25T14:47:02.087" v="423" actId="20577"/>
          <ac:spMkLst>
            <pc:docMk/>
            <pc:sldMk cId="1398332104" sldId="263"/>
            <ac:spMk id="4" creationId="{12B2922A-552F-4BA8-65F0-94F9A63B8B34}"/>
          </ac:spMkLst>
        </pc:spChg>
        <pc:spChg chg="add mod">
          <ac:chgData name="Viswa Viswanathan" userId="eeb7c4cd-bdfa-4397-b7a5-e8e212654fbb" providerId="ADAL" clId="{789CB485-5F3F-5DB7-AA3E-86007C2BD59C}" dt="2026-01-25T14:46:17.033" v="412" actId="20577"/>
          <ac:spMkLst>
            <pc:docMk/>
            <pc:sldMk cId="1398332104" sldId="263"/>
            <ac:spMk id="7" creationId="{2CF35532-8EBD-2090-F812-2C9BB9E4DB35}"/>
          </ac:spMkLst>
        </pc:spChg>
        <pc:grpChg chg="add mod">
          <ac:chgData name="Viswa Viswanathan" userId="eeb7c4cd-bdfa-4397-b7a5-e8e212654fbb" providerId="ADAL" clId="{789CB485-5F3F-5DB7-AA3E-86007C2BD59C}" dt="2026-01-25T14:47:01.566" v="420" actId="20577"/>
          <ac:grpSpMkLst>
            <pc:docMk/>
            <pc:sldMk cId="1398332104" sldId="263"/>
            <ac:grpSpMk id="2" creationId="{4CBF2273-C976-0C60-837B-46E1628716EE}"/>
          </ac:grpSpMkLst>
        </pc:grpChg>
        <pc:grpChg chg="add">
          <ac:chgData name="Viswa Viswanathan" userId="eeb7c4cd-bdfa-4397-b7a5-e8e212654fbb" providerId="ADAL" clId="{789CB485-5F3F-5DB7-AA3E-86007C2BD59C}" dt="2026-01-25T14:47:45.786" v="428" actId="164"/>
          <ac:grpSpMkLst>
            <pc:docMk/>
            <pc:sldMk cId="1398332104" sldId="263"/>
            <ac:grpSpMk id="8" creationId="{73BA78C6-0A1C-4CB9-96AB-A54F44A6E764}"/>
          </ac:grpSpMkLst>
        </pc:grpChg>
        <pc:cxnChg chg="mod">
          <ac:chgData name="Viswa Viswanathan" userId="eeb7c4cd-bdfa-4397-b7a5-e8e212654fbb" providerId="ADAL" clId="{789CB485-5F3F-5DB7-AA3E-86007C2BD59C}" dt="2026-01-25T14:47:01.566" v="420" actId="20577"/>
          <ac:cxnSpMkLst>
            <pc:docMk/>
            <pc:sldMk cId="1398332104" sldId="263"/>
            <ac:cxnSpMk id="5" creationId="{6BFFB7FC-4CDE-D3CE-7D90-7676386C1C3B}"/>
          </ac:cxnSpMkLst>
        </pc:cxnChg>
        <pc:cxnChg chg="mod">
          <ac:chgData name="Viswa Viswanathan" userId="eeb7c4cd-bdfa-4397-b7a5-e8e212654fbb" providerId="ADAL" clId="{789CB485-5F3F-5DB7-AA3E-86007C2BD59C}" dt="2026-01-25T14:47:01.566" v="420" actId="20577"/>
          <ac:cxnSpMkLst>
            <pc:docMk/>
            <pc:sldMk cId="1398332104" sldId="263"/>
            <ac:cxnSpMk id="6" creationId="{C16F0CE1-99D1-A444-B134-89A61D37EAA5}"/>
          </ac:cxnSpMkLst>
        </pc:cxnChg>
      </pc:sldChg>
      <pc:sldChg chg="addSp modSp new mod">
        <pc:chgData name="Viswa Viswanathan" userId="eeb7c4cd-bdfa-4397-b7a5-e8e212654fbb" providerId="ADAL" clId="{789CB485-5F3F-5DB7-AA3E-86007C2BD59C}" dt="2026-01-26T21:24:06.839" v="506" actId="164"/>
        <pc:sldMkLst>
          <pc:docMk/>
          <pc:sldMk cId="3373826375" sldId="264"/>
        </pc:sldMkLst>
        <pc:spChg chg="add mod">
          <ac:chgData name="Viswa Viswanathan" userId="eeb7c4cd-bdfa-4397-b7a5-e8e212654fbb" providerId="ADAL" clId="{789CB485-5F3F-5DB7-AA3E-86007C2BD59C}" dt="2026-01-26T21:12:08.626" v="461" actId="12788"/>
          <ac:spMkLst>
            <pc:docMk/>
            <pc:sldMk cId="3373826375" sldId="264"/>
            <ac:spMk id="3" creationId="{038F908B-E5DD-8D0F-A600-AAB81B7BCDD5}"/>
          </ac:spMkLst>
        </pc:spChg>
        <pc:spChg chg="add mod">
          <ac:chgData name="Viswa Viswanathan" userId="eeb7c4cd-bdfa-4397-b7a5-e8e212654fbb" providerId="ADAL" clId="{789CB485-5F3F-5DB7-AA3E-86007C2BD59C}" dt="2026-01-26T21:21:48.281" v="496" actId="1076"/>
          <ac:spMkLst>
            <pc:docMk/>
            <pc:sldMk cId="3373826375" sldId="264"/>
            <ac:spMk id="4" creationId="{F6A14F00-07EA-B9CE-0CB8-920EB9BD92C1}"/>
          </ac:spMkLst>
        </pc:spChg>
        <pc:spChg chg="add mod">
          <ac:chgData name="Viswa Viswanathan" userId="eeb7c4cd-bdfa-4397-b7a5-e8e212654fbb" providerId="ADAL" clId="{789CB485-5F3F-5DB7-AA3E-86007C2BD59C}" dt="2026-01-26T21:23:51.848" v="505"/>
          <ac:spMkLst>
            <pc:docMk/>
            <pc:sldMk cId="3373826375" sldId="264"/>
            <ac:spMk id="5" creationId="{8F32FE50-EC18-BECD-2E0F-812948F461E7}"/>
          </ac:spMkLst>
        </pc:spChg>
        <pc:grpChg chg="add">
          <ac:chgData name="Viswa Viswanathan" userId="eeb7c4cd-bdfa-4397-b7a5-e8e212654fbb" providerId="ADAL" clId="{789CB485-5F3F-5DB7-AA3E-86007C2BD59C}" dt="2026-01-26T21:24:06.839" v="506" actId="164"/>
          <ac:grpSpMkLst>
            <pc:docMk/>
            <pc:sldMk cId="3373826375" sldId="264"/>
            <ac:grpSpMk id="6" creationId="{7FF8FC98-2D5E-0999-79F8-6293637F7CA3}"/>
          </ac:grpSpMkLst>
        </pc:grpChg>
      </pc:sldChg>
      <pc:sldChg chg="addSp delSp modSp new mod">
        <pc:chgData name="Viswa Viswanathan" userId="eeb7c4cd-bdfa-4397-b7a5-e8e212654fbb" providerId="ADAL" clId="{789CB485-5F3F-5DB7-AA3E-86007C2BD59C}" dt="2026-02-13T00:52:22.254" v="743" actId="1076"/>
        <pc:sldMkLst>
          <pc:docMk/>
          <pc:sldMk cId="2055721291" sldId="265"/>
        </pc:sldMkLst>
        <pc:picChg chg="add mod">
          <ac:chgData name="Viswa Viswanathan" userId="eeb7c4cd-bdfa-4397-b7a5-e8e212654fbb" providerId="ADAL" clId="{789CB485-5F3F-5DB7-AA3E-86007C2BD59C}" dt="2026-02-13T00:49:46.810" v="738" actId="1076"/>
          <ac:picMkLst>
            <pc:docMk/>
            <pc:sldMk cId="2055721291" sldId="265"/>
            <ac:picMk id="5" creationId="{DE867D86-D6A9-27B6-ECB6-4CFB81670512}"/>
          </ac:picMkLst>
        </pc:picChg>
        <pc:picChg chg="add mod">
          <ac:chgData name="Viswa Viswanathan" userId="eeb7c4cd-bdfa-4397-b7a5-e8e212654fbb" providerId="ADAL" clId="{789CB485-5F3F-5DB7-AA3E-86007C2BD59C}" dt="2026-02-13T00:52:22.254" v="743" actId="1076"/>
          <ac:picMkLst>
            <pc:docMk/>
            <pc:sldMk cId="2055721291" sldId="265"/>
            <ac:picMk id="7" creationId="{B8B7AC29-D6D6-BE9B-3DAE-E85BD4B336A6}"/>
          </ac:picMkLst>
        </pc:picChg>
      </pc:sldChg>
      <pc:sldChg chg="addSp delSp modSp new mod">
        <pc:chgData name="Viswa Viswanathan" userId="eeb7c4cd-bdfa-4397-b7a5-e8e212654fbb" providerId="ADAL" clId="{789CB485-5F3F-5DB7-AA3E-86007C2BD59C}" dt="2026-02-16T12:52:34.699" v="869" actId="164"/>
        <pc:sldMkLst>
          <pc:docMk/>
          <pc:sldMk cId="2434184301" sldId="266"/>
        </pc:sldMkLst>
        <pc:spChg chg="add del">
          <ac:chgData name="Viswa Viswanathan" userId="eeb7c4cd-bdfa-4397-b7a5-e8e212654fbb" providerId="ADAL" clId="{789CB485-5F3F-5DB7-AA3E-86007C2BD59C}" dt="2026-02-16T12:46:37.338" v="761" actId="478"/>
          <ac:spMkLst>
            <pc:docMk/>
            <pc:sldMk cId="2434184301" sldId="266"/>
            <ac:spMk id="5" creationId="{F54E869D-D466-D205-E91A-BE108F107C40}"/>
          </ac:spMkLst>
        </pc:spChg>
        <pc:spChg chg="add mod">
          <ac:chgData name="Viswa Viswanathan" userId="eeb7c4cd-bdfa-4397-b7a5-e8e212654fbb" providerId="ADAL" clId="{789CB485-5F3F-5DB7-AA3E-86007C2BD59C}" dt="2026-02-16T12:49:18.747" v="855" actId="2085"/>
          <ac:spMkLst>
            <pc:docMk/>
            <pc:sldMk cId="2434184301" sldId="266"/>
            <ac:spMk id="9" creationId="{94EAFAB5-E6F0-57A3-777B-A2FE9110C080}"/>
          </ac:spMkLst>
        </pc:spChg>
        <pc:spChg chg="add mod">
          <ac:chgData name="Viswa Viswanathan" userId="eeb7c4cd-bdfa-4397-b7a5-e8e212654fbb" providerId="ADAL" clId="{789CB485-5F3F-5DB7-AA3E-86007C2BD59C}" dt="2026-02-16T12:50:22.380" v="858" actId="2085"/>
          <ac:spMkLst>
            <pc:docMk/>
            <pc:sldMk cId="2434184301" sldId="266"/>
            <ac:spMk id="10" creationId="{1F0B51F8-A916-CEDA-7C5C-E8D729956811}"/>
          </ac:spMkLst>
        </pc:spChg>
        <pc:spChg chg="add mod">
          <ac:chgData name="Viswa Viswanathan" userId="eeb7c4cd-bdfa-4397-b7a5-e8e212654fbb" providerId="ADAL" clId="{789CB485-5F3F-5DB7-AA3E-86007C2BD59C}" dt="2026-02-16T12:50:53.309" v="862" actId="2085"/>
          <ac:spMkLst>
            <pc:docMk/>
            <pc:sldMk cId="2434184301" sldId="266"/>
            <ac:spMk id="11" creationId="{92473D3E-6E9E-6542-2577-34925DC8CB98}"/>
          </ac:spMkLst>
        </pc:spChg>
        <pc:grpChg chg="add">
          <ac:chgData name="Viswa Viswanathan" userId="eeb7c4cd-bdfa-4397-b7a5-e8e212654fbb" providerId="ADAL" clId="{789CB485-5F3F-5DB7-AA3E-86007C2BD59C}" dt="2026-02-16T12:52:34.699" v="869" actId="164"/>
          <ac:grpSpMkLst>
            <pc:docMk/>
            <pc:sldMk cId="2434184301" sldId="266"/>
            <ac:grpSpMk id="12" creationId="{E9D93F08-1FB8-6BB6-CEFB-5B4095CD8CA5}"/>
          </ac:grpSpMkLst>
        </pc:grpChg>
        <pc:picChg chg="add mod modCrop">
          <ac:chgData name="Viswa Viswanathan" userId="eeb7c4cd-bdfa-4397-b7a5-e8e212654fbb" providerId="ADAL" clId="{789CB485-5F3F-5DB7-AA3E-86007C2BD59C}" dt="2026-02-16T12:45:50.150" v="759" actId="1076"/>
          <ac:picMkLst>
            <pc:docMk/>
            <pc:sldMk cId="2434184301" sldId="266"/>
            <ac:picMk id="3" creationId="{C13DE27C-2108-116D-D4FE-A2DCFDE43E41}"/>
          </ac:picMkLst>
        </pc:picChg>
        <pc:picChg chg="add mod modCrop">
          <ac:chgData name="Viswa Viswanathan" userId="eeb7c4cd-bdfa-4397-b7a5-e8e212654fbb" providerId="ADAL" clId="{789CB485-5F3F-5DB7-AA3E-86007C2BD59C}" dt="2026-02-16T12:51:56.432" v="868" actId="14100"/>
          <ac:picMkLst>
            <pc:docMk/>
            <pc:sldMk cId="2434184301" sldId="266"/>
            <ac:picMk id="6" creationId="{50110B58-8B40-D18E-FD50-3F57A55DD3A0}"/>
          </ac:picMkLst>
        </pc:picChg>
        <pc:picChg chg="add mod">
          <ac:chgData name="Viswa Viswanathan" userId="eeb7c4cd-bdfa-4397-b7a5-e8e212654fbb" providerId="ADAL" clId="{789CB485-5F3F-5DB7-AA3E-86007C2BD59C}" dt="2026-02-16T12:47:35.843" v="768" actId="14100"/>
          <ac:picMkLst>
            <pc:docMk/>
            <pc:sldMk cId="2434184301" sldId="266"/>
            <ac:picMk id="7" creationId="{EA58BB5D-3CB8-60DF-04FA-2D1FAE8AE8C1}"/>
          </ac:picMkLst>
        </pc:picChg>
        <pc:picChg chg="add mod">
          <ac:chgData name="Viswa Viswanathan" userId="eeb7c4cd-bdfa-4397-b7a5-e8e212654fbb" providerId="ADAL" clId="{789CB485-5F3F-5DB7-AA3E-86007C2BD59C}" dt="2026-02-16T12:48:52.942" v="852" actId="14100"/>
          <ac:picMkLst>
            <pc:docMk/>
            <pc:sldMk cId="2434184301" sldId="266"/>
            <ac:picMk id="8" creationId="{3F5F044A-1777-8454-1AAB-F42DD3D43E61}"/>
          </ac:picMkLst>
        </pc:picChg>
      </pc:sldChg>
      <pc:sldChg chg="addSp modSp new mod">
        <pc:chgData name="Viswa Viswanathan" userId="eeb7c4cd-bdfa-4397-b7a5-e8e212654fbb" providerId="ADAL" clId="{789CB485-5F3F-5DB7-AA3E-86007C2BD59C}" dt="2026-02-16T20:55:56.693" v="877" actId="1076"/>
        <pc:sldMkLst>
          <pc:docMk/>
          <pc:sldMk cId="3148305379" sldId="267"/>
        </pc:sldMkLst>
        <pc:picChg chg="add mod modCrop">
          <ac:chgData name="Viswa Viswanathan" userId="eeb7c4cd-bdfa-4397-b7a5-e8e212654fbb" providerId="ADAL" clId="{789CB485-5F3F-5DB7-AA3E-86007C2BD59C}" dt="2026-02-16T20:55:56.693" v="877" actId="1076"/>
          <ac:picMkLst>
            <pc:docMk/>
            <pc:sldMk cId="3148305379" sldId="267"/>
            <ac:picMk id="3" creationId="{6D56B31F-3A54-FDB9-BEF3-8DC602807C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A2B08-CF5C-DF47-8D7F-848C0AE3F92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DFF5-7C57-844A-878E-F94030E79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3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6EDFF5-7C57-844A-878E-F94030E798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74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12D8-12E1-1FAC-BA43-3552F6405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4207F-98FB-36E9-7C7D-E06C6FD76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B69B7-2983-661E-C2B2-DEA5C09F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D94DA-9984-77F0-DB8E-35AE6699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69E2E-C5CF-BECF-B4E7-A0A4F815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3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84E1-1EB3-3C56-C218-24078BD0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26558-0761-54CA-18EB-312F835B6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59CC6-34E8-2281-AE70-AF48FC6A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EE901-CE1C-B893-08AC-5657A8E9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F58B-C3A3-F816-CC8C-320B9F56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94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4E7C-3091-7AF7-0F42-F417E509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90597-396F-9F96-DC3D-25000750F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A27CE-8798-84E6-54B1-A9289BF2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821A-A1EA-446A-6446-2ACD3519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EE812-1B85-313A-A2B6-806A692D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6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4C7C-E485-27D3-35AE-E51FECA2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B818B-A264-FB1A-E854-C9069ECC8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46C37-069D-8464-AEB9-DDC75F8B3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9B5CC-DA1B-E4FE-103F-D7B134D3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6B651-E492-0346-AB4B-F4B69742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A7667-C435-C6FA-2F61-8ECDDA20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7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6EE4-CBAC-CF3E-88A6-D056A523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E7FA2-DCB2-F05D-13BB-D0326A6F2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825B9-4B8A-F7AF-0077-3A55676CF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0191B-6912-6EF2-11CD-6D79D6782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CE137-B2B2-BBD2-9ABC-6D4FE2344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DF6E7-7072-A04A-DB13-8C9017F0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206AE-CBB0-4939-EF1B-5E7ADA97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175862-3D71-1126-7880-042FB927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9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3A4A-5D68-8784-277E-C23DCF34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275C6-B0FA-2C09-7556-7AB2D250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8C94B-4A9D-5C2F-BE5F-512E1321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A4FC2-FC54-977E-E67C-002EA21F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93C448-73A6-FDE0-21C1-5F679D24A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EBF4B-A85E-857D-CDFB-DC1A8B02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99D46-8E22-6B57-91B8-442E4F06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65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33D0-8479-E95D-C12D-E23EA77D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6FB9F-AC39-F9C0-5BBB-DB8073DB4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5DCB-A29B-4806-264F-7681170CC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5C8C5-510D-DA7C-9B6E-71F09D26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D9581-A1A2-9198-C25F-D3410827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E9C71-B524-5C3D-DA69-1D283057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00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2F52-1A85-371A-6144-D5802EBB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8148A8-1199-747F-7CB2-D054A9B36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3C525-43C7-61AA-AAA7-CF4EA69E1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ABC95-307B-B67D-1655-BBB32384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C58FF-6153-08BB-D160-3ED4229B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AF5AA-6471-32CF-0BC9-0E0A5AC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6D9B-8F43-25C7-21EA-36C6EFAE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E741F-F447-75EA-59E7-C84B0C314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6BEBF-4BC7-4EAB-89AA-E4F3CC9D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61DC9-BFE3-ED06-8612-2FCC5F5A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A8840-1270-30AC-6346-C808DDFA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7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373E3-7990-E0E8-A074-84A783ABE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61126-E6EE-EEE5-E0A8-E69D6BCAA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150E-5C5C-075A-8A69-2C85B0AC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B51E-C969-2A2B-E31B-C8AC8F9D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9D539-6F5A-EED0-4311-76BF4779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2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FDE1B-8169-8FAF-B82C-D20500EF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B97F1-140B-029A-6073-246E2AA4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ED528-CA0B-BE02-7B3B-BD9D670F3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1118E-0B00-8740-91F6-6173C96993E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8104C-C1F8-9994-69E1-2CF6FFC35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960D6-225C-C76D-F63B-D887D7118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96CFE-5F8E-5B4E-96D9-04D97455B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89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CAEBD26-BFB2-BF42-ABF5-ED0DDAF15C94}"/>
              </a:ext>
            </a:extLst>
          </p:cNvPr>
          <p:cNvGrpSpPr/>
          <p:nvPr/>
        </p:nvGrpSpPr>
        <p:grpSpPr>
          <a:xfrm>
            <a:off x="576197" y="513567"/>
            <a:ext cx="10697227" cy="3349629"/>
            <a:chOff x="576197" y="513567"/>
            <a:chExt cx="10697227" cy="33496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011693-5200-90CC-EED1-AB6FAB787DAC}"/>
                </a:ext>
              </a:extLst>
            </p:cNvPr>
            <p:cNvSpPr txBox="1"/>
            <p:nvPr/>
          </p:nvSpPr>
          <p:spPr>
            <a:xfrm>
              <a:off x="1775012" y="1479176"/>
              <a:ext cx="8577989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price_demand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|&gt; </a:t>
              </a:r>
            </a:p>
            <a:p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</a:t>
              </a:r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point_plot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sales_qty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~ price)</a:t>
              </a:r>
            </a:p>
          </p:txBody>
        </p:sp>
        <p:sp>
          <p:nvSpPr>
            <p:cNvPr id="6" name="Oval Callout 5">
              <a:extLst>
                <a:ext uri="{FF2B5EF4-FFF2-40B4-BE49-F238E27FC236}">
                  <a16:creationId xmlns:a16="http://schemas.microsoft.com/office/drawing/2014/main" id="{6C884CE2-4FA4-F69F-CD09-A43C64A6B0FF}"/>
                </a:ext>
              </a:extLst>
            </p:cNvPr>
            <p:cNvSpPr/>
            <p:nvPr/>
          </p:nvSpPr>
          <p:spPr>
            <a:xfrm>
              <a:off x="576197" y="513567"/>
              <a:ext cx="3356976" cy="551145"/>
            </a:xfrm>
            <a:prstGeom prst="wedgeEllipseCallout">
              <a:avLst>
                <a:gd name="adj1" fmla="val 7922"/>
                <a:gd name="adj2" fmla="val 135227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Input data frame</a:t>
              </a:r>
            </a:p>
          </p:txBody>
        </p:sp>
        <p:sp>
          <p:nvSpPr>
            <p:cNvPr id="7" name="Oval Callout 6">
              <a:extLst>
                <a:ext uri="{FF2B5EF4-FFF2-40B4-BE49-F238E27FC236}">
                  <a16:creationId xmlns:a16="http://schemas.microsoft.com/office/drawing/2014/main" id="{FF0D9A27-9EF7-5854-0079-4254688641CD}"/>
                </a:ext>
              </a:extLst>
            </p:cNvPr>
            <p:cNvSpPr/>
            <p:nvPr/>
          </p:nvSpPr>
          <p:spPr>
            <a:xfrm>
              <a:off x="5413331" y="513567"/>
              <a:ext cx="3356976" cy="551145"/>
            </a:xfrm>
            <a:prstGeom prst="wedgeEllipseCallout">
              <a:avLst>
                <a:gd name="adj1" fmla="val -45063"/>
                <a:gd name="adj2" fmla="val 160227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Pipe operator</a:t>
              </a:r>
            </a:p>
          </p:txBody>
        </p:sp>
        <p:sp>
          <p:nvSpPr>
            <p:cNvPr id="8" name="Oval Callout 7">
              <a:extLst>
                <a:ext uri="{FF2B5EF4-FFF2-40B4-BE49-F238E27FC236}">
                  <a16:creationId xmlns:a16="http://schemas.microsoft.com/office/drawing/2014/main" id="{452DCA58-E26F-CE28-DFF2-A04C6F1080E8}"/>
                </a:ext>
              </a:extLst>
            </p:cNvPr>
            <p:cNvSpPr/>
            <p:nvPr/>
          </p:nvSpPr>
          <p:spPr>
            <a:xfrm>
              <a:off x="1449335" y="3312051"/>
              <a:ext cx="3356976" cy="551145"/>
            </a:xfrm>
            <a:prstGeom prst="wedgeEllipseCallout">
              <a:avLst>
                <a:gd name="adj1" fmla="val 13519"/>
                <a:gd name="adj2" fmla="val -192045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Function</a:t>
              </a:r>
            </a:p>
          </p:txBody>
        </p:sp>
        <p:sp>
          <p:nvSpPr>
            <p:cNvPr id="9" name="Oval Callout 8">
              <a:extLst>
                <a:ext uri="{FF2B5EF4-FFF2-40B4-BE49-F238E27FC236}">
                  <a16:creationId xmlns:a16="http://schemas.microsoft.com/office/drawing/2014/main" id="{B2693283-7254-E02A-7089-BDA8AC053252}"/>
                </a:ext>
              </a:extLst>
            </p:cNvPr>
            <p:cNvSpPr/>
            <p:nvPr/>
          </p:nvSpPr>
          <p:spPr>
            <a:xfrm>
              <a:off x="5898161" y="3312051"/>
              <a:ext cx="5375263" cy="551145"/>
            </a:xfrm>
            <a:prstGeom prst="wedgeEllipseCallout">
              <a:avLst>
                <a:gd name="adj1" fmla="val -7737"/>
                <a:gd name="adj2" fmla="val -185227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Tilde expression for the plot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376DA3-BD5E-24DD-931A-CAB4F04B5CBA}"/>
              </a:ext>
            </a:extLst>
          </p:cNvPr>
          <p:cNvGrpSpPr/>
          <p:nvPr/>
        </p:nvGrpSpPr>
        <p:grpSpPr>
          <a:xfrm>
            <a:off x="1251007" y="4803733"/>
            <a:ext cx="9552201" cy="1816272"/>
            <a:chOff x="1251007" y="4803733"/>
            <a:chExt cx="9552201" cy="181627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84273C-1D43-DE1F-E62F-544211976F31}"/>
                </a:ext>
              </a:extLst>
            </p:cNvPr>
            <p:cNvSpPr txBox="1"/>
            <p:nvPr/>
          </p:nvSpPr>
          <p:spPr>
            <a:xfrm>
              <a:off x="3566232" y="4803733"/>
              <a:ext cx="43813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sales_qty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~ price</a:t>
              </a:r>
            </a:p>
          </p:txBody>
        </p:sp>
        <p:sp>
          <p:nvSpPr>
            <p:cNvPr id="11" name="Oval Callout 10">
              <a:extLst>
                <a:ext uri="{FF2B5EF4-FFF2-40B4-BE49-F238E27FC236}">
                  <a16:creationId xmlns:a16="http://schemas.microsoft.com/office/drawing/2014/main" id="{F0BC282D-F8A4-D161-69DE-860390CD3D9B}"/>
                </a:ext>
              </a:extLst>
            </p:cNvPr>
            <p:cNvSpPr/>
            <p:nvPr/>
          </p:nvSpPr>
          <p:spPr>
            <a:xfrm>
              <a:off x="1251007" y="6068860"/>
              <a:ext cx="3356976" cy="551145"/>
            </a:xfrm>
            <a:prstGeom prst="wedgeEllipseCallout">
              <a:avLst>
                <a:gd name="adj1" fmla="val 30683"/>
                <a:gd name="adj2" fmla="val -173863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Y-axis variable</a:t>
              </a:r>
            </a:p>
          </p:txBody>
        </p:sp>
        <p:sp>
          <p:nvSpPr>
            <p:cNvPr id="12" name="Oval Callout 11">
              <a:extLst>
                <a:ext uri="{FF2B5EF4-FFF2-40B4-BE49-F238E27FC236}">
                  <a16:creationId xmlns:a16="http://schemas.microsoft.com/office/drawing/2014/main" id="{03DCF090-1E2C-AF66-DBDC-AFC110B7224C}"/>
                </a:ext>
              </a:extLst>
            </p:cNvPr>
            <p:cNvSpPr/>
            <p:nvPr/>
          </p:nvSpPr>
          <p:spPr>
            <a:xfrm>
              <a:off x="7446232" y="6037544"/>
              <a:ext cx="3356976" cy="551145"/>
            </a:xfrm>
            <a:prstGeom prst="wedgeEllipseCallout">
              <a:avLst>
                <a:gd name="adj1" fmla="val -42825"/>
                <a:gd name="adj2" fmla="val -167045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X-axis variable</a:t>
              </a:r>
            </a:p>
          </p:txBody>
        </p:sp>
        <p:sp>
          <p:nvSpPr>
            <p:cNvPr id="13" name="Oval Callout 12">
              <a:extLst>
                <a:ext uri="{FF2B5EF4-FFF2-40B4-BE49-F238E27FC236}">
                  <a16:creationId xmlns:a16="http://schemas.microsoft.com/office/drawing/2014/main" id="{32004579-A6A6-DC60-66C0-53762F28B4E6}"/>
                </a:ext>
              </a:extLst>
            </p:cNvPr>
            <p:cNvSpPr/>
            <p:nvPr/>
          </p:nvSpPr>
          <p:spPr>
            <a:xfrm>
              <a:off x="5103558" y="6025017"/>
              <a:ext cx="1847099" cy="551145"/>
            </a:xfrm>
            <a:prstGeom prst="wedgeEllipseCallout">
              <a:avLst>
                <a:gd name="adj1" fmla="val 8982"/>
                <a:gd name="adj2" fmla="val -189772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tilde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6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9D93F08-1FB8-6BB6-CEFB-5B4095CD8CA5}"/>
              </a:ext>
            </a:extLst>
          </p:cNvPr>
          <p:cNvGrpSpPr/>
          <p:nvPr/>
        </p:nvGrpSpPr>
        <p:grpSpPr>
          <a:xfrm>
            <a:off x="174174" y="945932"/>
            <a:ext cx="11843651" cy="4035972"/>
            <a:chOff x="174174" y="945932"/>
            <a:chExt cx="11843651" cy="4035972"/>
          </a:xfrm>
        </p:grpSpPr>
        <p:pic>
          <p:nvPicPr>
            <p:cNvPr id="3" name="Picture 2" descr="A cartoon of two people&#10;&#10;AI-generated content may be incorrect.">
              <a:extLst>
                <a:ext uri="{FF2B5EF4-FFF2-40B4-BE49-F238E27FC236}">
                  <a16:creationId xmlns:a16="http://schemas.microsoft.com/office/drawing/2014/main" id="{C13DE27C-2108-116D-D4FE-A2DCFDE43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1721" b="27164"/>
            <a:stretch>
              <a:fillRect/>
            </a:stretch>
          </p:blipFill>
          <p:spPr>
            <a:xfrm>
              <a:off x="174174" y="945932"/>
              <a:ext cx="11843651" cy="403597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0110B58-8B40-D18E-FD50-3F57A55DD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5799"/>
            <a:stretch>
              <a:fillRect/>
            </a:stretch>
          </p:blipFill>
          <p:spPr>
            <a:xfrm rot="19248367">
              <a:off x="2568918" y="2533856"/>
              <a:ext cx="252758" cy="58567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58BB5D-3CB8-60DF-04FA-2D1FAE8AE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2088" y="1954926"/>
              <a:ext cx="393700" cy="85133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F5F044A-1777-8454-1AAB-F42DD3D43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9587385">
              <a:off x="7215323" y="3000821"/>
              <a:ext cx="393700" cy="45236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EAFAB5-E6F0-57A3-777B-A2FE9110C080}"/>
                </a:ext>
              </a:extLst>
            </p:cNvPr>
            <p:cNvSpPr/>
            <p:nvPr/>
          </p:nvSpPr>
          <p:spPr>
            <a:xfrm>
              <a:off x="4971393" y="1954926"/>
              <a:ext cx="262759" cy="5150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0B51F8-A916-CEDA-7C5C-E8D729956811}"/>
                </a:ext>
              </a:extLst>
            </p:cNvPr>
            <p:cNvSpPr/>
            <p:nvPr/>
          </p:nvSpPr>
          <p:spPr>
            <a:xfrm>
              <a:off x="1387366" y="2615326"/>
              <a:ext cx="220717" cy="3485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473D3E-6E9E-6542-2577-34925DC8CB98}"/>
                </a:ext>
              </a:extLst>
            </p:cNvPr>
            <p:cNvSpPr/>
            <p:nvPr/>
          </p:nvSpPr>
          <p:spPr>
            <a:xfrm>
              <a:off x="1303282" y="2806262"/>
              <a:ext cx="220717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4184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person talking to a house&#10;&#10;AI-generated content may be incorrect.">
            <a:extLst>
              <a:ext uri="{FF2B5EF4-FFF2-40B4-BE49-F238E27FC236}">
                <a16:creationId xmlns:a16="http://schemas.microsoft.com/office/drawing/2014/main" id="{6D56B31F-3A54-FDB9-BEF3-8DC60280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08" b="26277"/>
          <a:stretch>
            <a:fillRect/>
          </a:stretch>
        </p:blipFill>
        <p:spPr>
          <a:xfrm>
            <a:off x="581592" y="1446028"/>
            <a:ext cx="11028816" cy="381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305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9D51-3CB0-ECA5-0431-3BF11125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31196B9-93A6-21D3-0054-CC497954D1B8}"/>
              </a:ext>
            </a:extLst>
          </p:cNvPr>
          <p:cNvGrpSpPr/>
          <p:nvPr/>
        </p:nvGrpSpPr>
        <p:grpSpPr>
          <a:xfrm>
            <a:off x="-2119430" y="1009500"/>
            <a:ext cx="14582618" cy="2727575"/>
            <a:chOff x="799062" y="4614547"/>
            <a:chExt cx="14582618" cy="27275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29DBCCC-F30D-21BB-2448-F615FE04D62D}"/>
                </a:ext>
              </a:extLst>
            </p:cNvPr>
            <p:cNvSpPr txBox="1"/>
            <p:nvPr/>
          </p:nvSpPr>
          <p:spPr>
            <a:xfrm>
              <a:off x="1579777" y="4614547"/>
              <a:ext cx="110466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weekly_sales_k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~ </a:t>
              </a:r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advertising_spend_k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+ color</a:t>
              </a:r>
            </a:p>
          </p:txBody>
        </p:sp>
        <p:sp>
          <p:nvSpPr>
            <p:cNvPr id="11" name="Oval Callout 10">
              <a:extLst>
                <a:ext uri="{FF2B5EF4-FFF2-40B4-BE49-F238E27FC236}">
                  <a16:creationId xmlns:a16="http://schemas.microsoft.com/office/drawing/2014/main" id="{395ACB1E-281A-D31B-6EFC-7164C927BBAB}"/>
                </a:ext>
              </a:extLst>
            </p:cNvPr>
            <p:cNvSpPr/>
            <p:nvPr/>
          </p:nvSpPr>
          <p:spPr>
            <a:xfrm>
              <a:off x="799062" y="6025016"/>
              <a:ext cx="3356976" cy="551145"/>
            </a:xfrm>
            <a:prstGeom prst="wedgeEllipseCallout">
              <a:avLst>
                <a:gd name="adj1" fmla="val 30683"/>
                <a:gd name="adj2" fmla="val -173863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Y-axis variable</a:t>
              </a:r>
            </a:p>
          </p:txBody>
        </p:sp>
        <p:sp>
          <p:nvSpPr>
            <p:cNvPr id="12" name="Oval Callout 11">
              <a:extLst>
                <a:ext uri="{FF2B5EF4-FFF2-40B4-BE49-F238E27FC236}">
                  <a16:creationId xmlns:a16="http://schemas.microsoft.com/office/drawing/2014/main" id="{ABDC464D-84BA-FD93-9F9D-6E48C60E2F43}"/>
                </a:ext>
              </a:extLst>
            </p:cNvPr>
            <p:cNvSpPr/>
            <p:nvPr/>
          </p:nvSpPr>
          <p:spPr>
            <a:xfrm>
              <a:off x="6868163" y="5900910"/>
              <a:ext cx="3356976" cy="551145"/>
            </a:xfrm>
            <a:prstGeom prst="wedgeEllipseCallout">
              <a:avLst>
                <a:gd name="adj1" fmla="val -42825"/>
                <a:gd name="adj2" fmla="val -167045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X-axis variable</a:t>
              </a:r>
            </a:p>
          </p:txBody>
        </p:sp>
        <p:sp>
          <p:nvSpPr>
            <p:cNvPr id="13" name="Oval Callout 12">
              <a:extLst>
                <a:ext uri="{FF2B5EF4-FFF2-40B4-BE49-F238E27FC236}">
                  <a16:creationId xmlns:a16="http://schemas.microsoft.com/office/drawing/2014/main" id="{4381E3ED-13B9-6812-CC2B-327709A1DF65}"/>
                </a:ext>
              </a:extLst>
            </p:cNvPr>
            <p:cNvSpPr/>
            <p:nvPr/>
          </p:nvSpPr>
          <p:spPr>
            <a:xfrm>
              <a:off x="4409875" y="6025015"/>
              <a:ext cx="1847099" cy="551145"/>
            </a:xfrm>
            <a:prstGeom prst="wedgeEllipseCallout">
              <a:avLst>
                <a:gd name="adj1" fmla="val 8982"/>
                <a:gd name="adj2" fmla="val -189772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tilde</a:t>
              </a:r>
            </a:p>
          </p:txBody>
        </p:sp>
        <p:sp>
          <p:nvSpPr>
            <p:cNvPr id="2" name="Oval Callout 1">
              <a:extLst>
                <a:ext uri="{FF2B5EF4-FFF2-40B4-BE49-F238E27FC236}">
                  <a16:creationId xmlns:a16="http://schemas.microsoft.com/office/drawing/2014/main" id="{8ADF71F1-85EE-74B4-6265-B7EFBAAF78B9}"/>
                </a:ext>
              </a:extLst>
            </p:cNvPr>
            <p:cNvSpPr/>
            <p:nvPr/>
          </p:nvSpPr>
          <p:spPr>
            <a:xfrm>
              <a:off x="11305747" y="6300587"/>
              <a:ext cx="4075933" cy="1041535"/>
            </a:xfrm>
            <a:prstGeom prst="wedgeEllipseCallout">
              <a:avLst>
                <a:gd name="adj1" fmla="val -42825"/>
                <a:gd name="adj2" fmla="val -167045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Variable for color of points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898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F3CFC2-0467-9408-1DB7-62442CED97BD}"/>
              </a:ext>
            </a:extLst>
          </p:cNvPr>
          <p:cNvGrpSpPr/>
          <p:nvPr/>
        </p:nvGrpSpPr>
        <p:grpSpPr>
          <a:xfrm>
            <a:off x="134405" y="464478"/>
            <a:ext cx="12057595" cy="2361320"/>
            <a:chOff x="1775012" y="1479176"/>
            <a:chExt cx="12057595" cy="23613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72C85B-8D97-57CA-309D-A99979E46292}"/>
                </a:ext>
              </a:extLst>
            </p:cNvPr>
            <p:cNvSpPr txBox="1"/>
            <p:nvPr/>
          </p:nvSpPr>
          <p:spPr>
            <a:xfrm>
              <a:off x="1775012" y="1479176"/>
              <a:ext cx="11540339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Boston_marathon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|&gt; </a:t>
              </a:r>
            </a:p>
            <a:p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</a:t>
              </a:r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point_plot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(minutes ~ 1, </a:t>
              </a:r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annot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”violin”)</a:t>
              </a:r>
            </a:p>
          </p:txBody>
        </p:sp>
        <p:sp>
          <p:nvSpPr>
            <p:cNvPr id="9" name="Oval Callout 8">
              <a:extLst>
                <a:ext uri="{FF2B5EF4-FFF2-40B4-BE49-F238E27FC236}">
                  <a16:creationId xmlns:a16="http://schemas.microsoft.com/office/drawing/2014/main" id="{70A15EFD-DC75-FB1F-380D-12B1696C791D}"/>
                </a:ext>
              </a:extLst>
            </p:cNvPr>
            <p:cNvSpPr/>
            <p:nvPr/>
          </p:nvSpPr>
          <p:spPr>
            <a:xfrm>
              <a:off x="2574195" y="3289351"/>
              <a:ext cx="5375263" cy="551145"/>
            </a:xfrm>
            <a:prstGeom prst="wedgeEllipseCallout">
              <a:avLst>
                <a:gd name="adj1" fmla="val 15481"/>
                <a:gd name="adj2" fmla="val -191953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Tilde expression for the plot</a:t>
              </a:r>
            </a:p>
          </p:txBody>
        </p:sp>
        <p:sp>
          <p:nvSpPr>
            <p:cNvPr id="10" name="Oval Callout 9">
              <a:extLst>
                <a:ext uri="{FF2B5EF4-FFF2-40B4-BE49-F238E27FC236}">
                  <a16:creationId xmlns:a16="http://schemas.microsoft.com/office/drawing/2014/main" id="{EEA042CA-F4FD-CA3E-8088-D4F50083D1F4}"/>
                </a:ext>
              </a:extLst>
            </p:cNvPr>
            <p:cNvSpPr/>
            <p:nvPr/>
          </p:nvSpPr>
          <p:spPr>
            <a:xfrm>
              <a:off x="8457344" y="3289350"/>
              <a:ext cx="5375263" cy="551145"/>
            </a:xfrm>
            <a:prstGeom prst="wedgeEllipseCallout">
              <a:avLst>
                <a:gd name="adj1" fmla="val -17879"/>
                <a:gd name="adj2" fmla="val -196262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Adding an “annotation”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2253B4-A4F5-CEE5-D7D3-1E36CE0908D8}"/>
              </a:ext>
            </a:extLst>
          </p:cNvPr>
          <p:cNvGrpSpPr/>
          <p:nvPr/>
        </p:nvGrpSpPr>
        <p:grpSpPr>
          <a:xfrm>
            <a:off x="1826235" y="3558753"/>
            <a:ext cx="9848509" cy="2445666"/>
            <a:chOff x="3604902" y="1893998"/>
            <a:chExt cx="9848509" cy="24456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713940-DAC1-FE6A-2A33-9EB5F27756FF}"/>
                </a:ext>
              </a:extLst>
            </p:cNvPr>
            <p:cNvSpPr txBox="1"/>
            <p:nvPr/>
          </p:nvSpPr>
          <p:spPr>
            <a:xfrm>
              <a:off x="5693869" y="1893998"/>
              <a:ext cx="29001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minutes ~ 1</a:t>
              </a:r>
            </a:p>
          </p:txBody>
        </p:sp>
        <p:sp>
          <p:nvSpPr>
            <p:cNvPr id="13" name="Oval Callout 12">
              <a:extLst>
                <a:ext uri="{FF2B5EF4-FFF2-40B4-BE49-F238E27FC236}">
                  <a16:creationId xmlns:a16="http://schemas.microsoft.com/office/drawing/2014/main" id="{AC180B81-C0F3-9C61-DB51-1D17090E4A11}"/>
                </a:ext>
              </a:extLst>
            </p:cNvPr>
            <p:cNvSpPr/>
            <p:nvPr/>
          </p:nvSpPr>
          <p:spPr>
            <a:xfrm>
              <a:off x="3604902" y="3289349"/>
              <a:ext cx="3119673" cy="551145"/>
            </a:xfrm>
            <a:prstGeom prst="wedgeEllipseCallout">
              <a:avLst>
                <a:gd name="adj1" fmla="val 27281"/>
                <a:gd name="adj2" fmla="val -207036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Y-axis variable</a:t>
              </a:r>
            </a:p>
          </p:txBody>
        </p:sp>
        <p:sp>
          <p:nvSpPr>
            <p:cNvPr id="14" name="Oval Callout 13">
              <a:extLst>
                <a:ext uri="{FF2B5EF4-FFF2-40B4-BE49-F238E27FC236}">
                  <a16:creationId xmlns:a16="http://schemas.microsoft.com/office/drawing/2014/main" id="{C778A9EF-D233-D732-06FE-9DFBC6B877CE}"/>
                </a:ext>
              </a:extLst>
            </p:cNvPr>
            <p:cNvSpPr/>
            <p:nvPr/>
          </p:nvSpPr>
          <p:spPr>
            <a:xfrm>
              <a:off x="8694850" y="3288942"/>
              <a:ext cx="4758561" cy="1050722"/>
            </a:xfrm>
            <a:prstGeom prst="wedgeEllipseCallout">
              <a:avLst>
                <a:gd name="adj1" fmla="val -56648"/>
                <a:gd name="adj2" fmla="val -138797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”1” because there is no x-axis variable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944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2F94-8EEC-1E84-50A7-E5B3227E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B044C0E-3A6B-79EC-745B-EF3DDC4F968C}"/>
              </a:ext>
            </a:extLst>
          </p:cNvPr>
          <p:cNvGrpSpPr/>
          <p:nvPr/>
        </p:nvGrpSpPr>
        <p:grpSpPr>
          <a:xfrm>
            <a:off x="476520" y="523855"/>
            <a:ext cx="11238961" cy="1915576"/>
            <a:chOff x="2117127" y="1538553"/>
            <a:chExt cx="11238961" cy="19155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6E47AC-5DB7-AA18-A756-443475D1D478}"/>
                </a:ext>
              </a:extLst>
            </p:cNvPr>
            <p:cNvSpPr txBox="1"/>
            <p:nvPr/>
          </p:nvSpPr>
          <p:spPr>
            <a:xfrm>
              <a:off x="5123853" y="1538553"/>
              <a:ext cx="41344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annot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”violin”</a:t>
              </a:r>
            </a:p>
          </p:txBody>
        </p:sp>
        <p:sp>
          <p:nvSpPr>
            <p:cNvPr id="9" name="Oval Callout 8">
              <a:extLst>
                <a:ext uri="{FF2B5EF4-FFF2-40B4-BE49-F238E27FC236}">
                  <a16:creationId xmlns:a16="http://schemas.microsoft.com/office/drawing/2014/main" id="{65BFA266-A513-816A-418F-60B9A2257897}"/>
                </a:ext>
              </a:extLst>
            </p:cNvPr>
            <p:cNvSpPr/>
            <p:nvPr/>
          </p:nvSpPr>
          <p:spPr>
            <a:xfrm>
              <a:off x="2117127" y="2902983"/>
              <a:ext cx="5375263" cy="551145"/>
            </a:xfrm>
            <a:prstGeom prst="wedgeEllipseCallout">
              <a:avLst>
                <a:gd name="adj1" fmla="val 17637"/>
                <a:gd name="adj2" fmla="val -194290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We want an annotation</a:t>
              </a:r>
            </a:p>
          </p:txBody>
        </p:sp>
        <p:sp>
          <p:nvSpPr>
            <p:cNvPr id="10" name="Oval Callout 9">
              <a:extLst>
                <a:ext uri="{FF2B5EF4-FFF2-40B4-BE49-F238E27FC236}">
                  <a16:creationId xmlns:a16="http://schemas.microsoft.com/office/drawing/2014/main" id="{4E322EA4-78C7-E42A-FA8D-3AD8F7D1D7A1}"/>
                </a:ext>
              </a:extLst>
            </p:cNvPr>
            <p:cNvSpPr/>
            <p:nvPr/>
          </p:nvSpPr>
          <p:spPr>
            <a:xfrm>
              <a:off x="7980825" y="2902984"/>
              <a:ext cx="5375263" cy="551145"/>
            </a:xfrm>
            <a:prstGeom prst="wedgeEllipseCallout">
              <a:avLst>
                <a:gd name="adj1" fmla="val -38005"/>
                <a:gd name="adj2" fmla="val -207946"/>
              </a:avLst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… specifically, a “violin”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088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D18C90-B2B4-E086-9392-140022CB4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68" r="47850"/>
          <a:stretch>
            <a:fillRect/>
          </a:stretch>
        </p:blipFill>
        <p:spPr>
          <a:xfrm rot="5400000">
            <a:off x="2647452" y="1092245"/>
            <a:ext cx="2311247" cy="610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8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FF8FC98-2D5E-0999-79F8-6293637F7CA3}"/>
              </a:ext>
            </a:extLst>
          </p:cNvPr>
          <p:cNvGrpSpPr/>
          <p:nvPr/>
        </p:nvGrpSpPr>
        <p:grpSpPr>
          <a:xfrm>
            <a:off x="1323473" y="2394104"/>
            <a:ext cx="7186863" cy="2573996"/>
            <a:chOff x="1323473" y="2394104"/>
            <a:chExt cx="7186863" cy="257399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8F908B-E5DD-8D0F-A600-AAB81B7BCDD5}"/>
                </a:ext>
              </a:extLst>
            </p:cNvPr>
            <p:cNvSpPr txBox="1"/>
            <p:nvPr/>
          </p:nvSpPr>
          <p:spPr>
            <a:xfrm>
              <a:off x="1323473" y="2394104"/>
              <a:ext cx="718686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3200" dirty="0">
                  <a:latin typeface="Andale Mono" panose="020B0509000000000004" pitchFamily="49" charset="0"/>
                  <a:cs typeface="Courier New" panose="02070309020205020404" pitchFamily="49" charset="0"/>
                </a:rPr>
                <a:t>4, 2, 6, 1, 8, 1, 3, 9, 2, 4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A14F00-07EA-B9CE-0CB8-920EB9BD92C1}"/>
                </a:ext>
              </a:extLst>
            </p:cNvPr>
            <p:cNvSpPr txBox="1"/>
            <p:nvPr/>
          </p:nvSpPr>
          <p:spPr>
            <a:xfrm>
              <a:off x="4634183" y="4383325"/>
              <a:ext cx="64565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3200" dirty="0">
                  <a:latin typeface="Andale Mono" panose="020B0509000000000004" pitchFamily="49" charset="0"/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8F32FE50-EC18-BECD-2E0F-812948F461E7}"/>
                </a:ext>
              </a:extLst>
            </p:cNvPr>
            <p:cNvSpPr/>
            <p:nvPr/>
          </p:nvSpPr>
          <p:spPr>
            <a:xfrm flipH="1" flipV="1">
              <a:off x="1580147" y="2978879"/>
              <a:ext cx="6577264" cy="1328426"/>
            </a:xfrm>
            <a:custGeom>
              <a:avLst/>
              <a:gdLst>
                <a:gd name="csX0" fmla="*/ 0 w 6577264"/>
                <a:gd name="csY0" fmla="*/ 1328426 h 1328426"/>
                <a:gd name="csX1" fmla="*/ 3288632 w 6577264"/>
                <a:gd name="csY1" fmla="*/ 0 h 1328426"/>
                <a:gd name="csX2" fmla="*/ 6577264 w 6577264"/>
                <a:gd name="csY2" fmla="*/ 1328426 h 1328426"/>
                <a:gd name="csX3" fmla="*/ 0 w 6577264"/>
                <a:gd name="csY3" fmla="*/ 1328426 h 1328426"/>
                <a:gd name="csX0" fmla="*/ 0 w 6577264"/>
                <a:gd name="csY0" fmla="*/ 1328426 h 1328426"/>
                <a:gd name="csX1" fmla="*/ 3288632 w 6577264"/>
                <a:gd name="csY1" fmla="*/ 0 h 1328426"/>
                <a:gd name="csX2" fmla="*/ 4836695 w 6577264"/>
                <a:gd name="csY2" fmla="*/ 617621 h 1328426"/>
                <a:gd name="csX3" fmla="*/ 6577264 w 6577264"/>
                <a:gd name="csY3" fmla="*/ 1328426 h 1328426"/>
                <a:gd name="csX4" fmla="*/ 0 w 6577264"/>
                <a:gd name="csY4" fmla="*/ 1328426 h 1328426"/>
                <a:gd name="csX0" fmla="*/ 0 w 6577264"/>
                <a:gd name="csY0" fmla="*/ 1328426 h 1328426"/>
                <a:gd name="csX1" fmla="*/ 1820779 w 6577264"/>
                <a:gd name="csY1" fmla="*/ 585537 h 1328426"/>
                <a:gd name="csX2" fmla="*/ 3288632 w 6577264"/>
                <a:gd name="csY2" fmla="*/ 0 h 1328426"/>
                <a:gd name="csX3" fmla="*/ 4836695 w 6577264"/>
                <a:gd name="csY3" fmla="*/ 617621 h 1328426"/>
                <a:gd name="csX4" fmla="*/ 6577264 w 6577264"/>
                <a:gd name="csY4" fmla="*/ 1328426 h 1328426"/>
                <a:gd name="csX5" fmla="*/ 0 w 6577264"/>
                <a:gd name="csY5" fmla="*/ 1328426 h 1328426"/>
                <a:gd name="csX0" fmla="*/ 0 w 6577264"/>
                <a:gd name="csY0" fmla="*/ 1328426 h 1328426"/>
                <a:gd name="csX1" fmla="*/ 1820779 w 6577264"/>
                <a:gd name="csY1" fmla="*/ 585537 h 1328426"/>
                <a:gd name="csX2" fmla="*/ 3288632 w 6577264"/>
                <a:gd name="csY2" fmla="*/ 0 h 1328426"/>
                <a:gd name="csX3" fmla="*/ 4499811 w 6577264"/>
                <a:gd name="csY3" fmla="*/ 713873 h 1328426"/>
                <a:gd name="csX4" fmla="*/ 6577264 w 6577264"/>
                <a:gd name="csY4" fmla="*/ 1328426 h 1328426"/>
                <a:gd name="csX5" fmla="*/ 0 w 6577264"/>
                <a:gd name="csY5" fmla="*/ 1328426 h 1328426"/>
                <a:gd name="csX0" fmla="*/ 0 w 6577264"/>
                <a:gd name="csY0" fmla="*/ 1328426 h 1328426"/>
                <a:gd name="csX1" fmla="*/ 2213811 w 6577264"/>
                <a:gd name="csY1" fmla="*/ 689810 h 1328426"/>
                <a:gd name="csX2" fmla="*/ 3288632 w 6577264"/>
                <a:gd name="csY2" fmla="*/ 0 h 1328426"/>
                <a:gd name="csX3" fmla="*/ 4499811 w 6577264"/>
                <a:gd name="csY3" fmla="*/ 713873 h 1328426"/>
                <a:gd name="csX4" fmla="*/ 6577264 w 6577264"/>
                <a:gd name="csY4" fmla="*/ 1328426 h 1328426"/>
                <a:gd name="csX5" fmla="*/ 0 w 6577264"/>
                <a:gd name="csY5" fmla="*/ 1328426 h 1328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577264" h="1328426">
                  <a:moveTo>
                    <a:pt x="0" y="1328426"/>
                  </a:moveTo>
                  <a:lnTo>
                    <a:pt x="2213811" y="689810"/>
                  </a:lnTo>
                  <a:lnTo>
                    <a:pt x="3288632" y="0"/>
                  </a:lnTo>
                  <a:lnTo>
                    <a:pt x="4499811" y="713873"/>
                  </a:lnTo>
                  <a:lnTo>
                    <a:pt x="6577264" y="1328426"/>
                  </a:lnTo>
                  <a:lnTo>
                    <a:pt x="0" y="132842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382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B15638C-1110-61AB-0820-BA0F66D7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16788"/>
            <a:ext cx="7772400" cy="54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65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4056F16-7DF2-C97A-6403-6C96D4808F18}"/>
              </a:ext>
            </a:extLst>
          </p:cNvPr>
          <p:cNvGrpSpPr/>
          <p:nvPr/>
        </p:nvGrpSpPr>
        <p:grpSpPr>
          <a:xfrm>
            <a:off x="662152" y="810358"/>
            <a:ext cx="9543394" cy="1384995"/>
            <a:chOff x="662152" y="2167589"/>
            <a:chExt cx="9543394" cy="13849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A3E5002-7B6B-E02E-628E-90D766B6B000}"/>
                </a:ext>
              </a:extLst>
            </p:cNvPr>
            <p:cNvSpPr/>
            <p:nvPr/>
          </p:nvSpPr>
          <p:spPr>
            <a:xfrm>
              <a:off x="3815255" y="2229466"/>
              <a:ext cx="2469931" cy="1261241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Beach kiosk model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01A5C40-7FF4-F412-513F-365DD14DAA63}"/>
                </a:ext>
              </a:extLst>
            </p:cNvPr>
            <p:cNvSpPr txBox="1"/>
            <p:nvPr/>
          </p:nvSpPr>
          <p:spPr>
            <a:xfrm>
              <a:off x="662152" y="2598476"/>
              <a:ext cx="21021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temperature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76DD39-9FED-DADF-4379-9DE2E87041E0}"/>
                </a:ext>
              </a:extLst>
            </p:cNvPr>
            <p:cNvSpPr txBox="1"/>
            <p:nvPr/>
          </p:nvSpPr>
          <p:spPr>
            <a:xfrm>
              <a:off x="7578951" y="2167589"/>
              <a:ext cx="262659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Predicted number of customers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55BF273-DE9B-E1D6-6672-CA1B546D8C2E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V="1">
              <a:off x="2764331" y="2844698"/>
              <a:ext cx="1050924" cy="15388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1E6F99B-3A03-6C92-599D-58D7E1685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5189" y="2829148"/>
              <a:ext cx="1241212" cy="30938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ABD37B4-9E1F-154D-2392-4C73F07FE41F}"/>
              </a:ext>
            </a:extLst>
          </p:cNvPr>
          <p:cNvGrpSpPr/>
          <p:nvPr/>
        </p:nvGrpSpPr>
        <p:grpSpPr>
          <a:xfrm>
            <a:off x="557048" y="4355514"/>
            <a:ext cx="10184523" cy="1261241"/>
            <a:chOff x="1776461" y="4355514"/>
            <a:chExt cx="7251924" cy="126124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66FB24D-9BAD-3928-3B7C-189E29BB25E4}"/>
                </a:ext>
              </a:extLst>
            </p:cNvPr>
            <p:cNvGrpSpPr/>
            <p:nvPr/>
          </p:nvGrpSpPr>
          <p:grpSpPr>
            <a:xfrm>
              <a:off x="2396360" y="4355514"/>
              <a:ext cx="6632025" cy="1261241"/>
              <a:chOff x="2532994" y="2229466"/>
              <a:chExt cx="6632025" cy="12612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C7551B2C-1AA9-7E38-DD98-FDAADE8941B1}"/>
                      </a:ext>
                    </a:extLst>
                  </p:cNvPr>
                  <p:cNvSpPr/>
                  <p:nvPr/>
                </p:nvSpPr>
                <p:spPr>
                  <a:xfrm>
                    <a:off x="3815255" y="2229466"/>
                    <a:ext cx="3079533" cy="1261241"/>
                  </a:xfrm>
                  <a:prstGeom prst="rect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15+2∗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𝑡𝑒𝑚𝑝𝑒𝑟𝑎𝑡𝑢𝑟𝑒</m:t>
                          </m:r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C7551B2C-1AA9-7E38-DD98-FDAADE8941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5255" y="2229466"/>
                    <a:ext cx="3079533" cy="126124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E5338C1-7C34-0A28-59B0-12735D42A3EF}"/>
                      </a:ext>
                    </a:extLst>
                  </p:cNvPr>
                  <p:cNvSpPr txBox="1"/>
                  <p:nvPr/>
                </p:nvSpPr>
                <p:spPr>
                  <a:xfrm>
                    <a:off x="8177046" y="2503920"/>
                    <a:ext cx="98797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/>
                      <a:t>155</a:t>
                    </a: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E5338C1-7C34-0A28-59B0-12735D42A3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7046" y="2503920"/>
                    <a:ext cx="987973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231" t="-15385" r="-21795" b="-32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137A6BC3-E0E3-B011-335E-EBAA4F3640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2994" y="2844698"/>
                <a:ext cx="1282261" cy="6916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C6C8ADA-CD46-4F26-1D94-A2F0E95761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94788" y="2829148"/>
                <a:ext cx="1241212" cy="30938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94E016-1DED-8934-5200-E9E093A7E0BC}"/>
                    </a:ext>
                  </a:extLst>
                </p:cNvPr>
                <p:cNvSpPr txBox="1"/>
                <p:nvPr/>
              </p:nvSpPr>
              <p:spPr>
                <a:xfrm>
                  <a:off x="1776461" y="4668998"/>
                  <a:ext cx="604333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94E016-1DED-8934-5200-E9E093A7E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6461" y="4668998"/>
                  <a:ext cx="604333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6327" r="-16327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6131264-CD0A-08D7-1D35-652C809C006B}"/>
              </a:ext>
            </a:extLst>
          </p:cNvPr>
          <p:cNvGrpSpPr/>
          <p:nvPr/>
        </p:nvGrpSpPr>
        <p:grpSpPr>
          <a:xfrm>
            <a:off x="115614" y="2441576"/>
            <a:ext cx="11951179" cy="1478122"/>
            <a:chOff x="-499301" y="2658456"/>
            <a:chExt cx="11869037" cy="126124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47366C1-EC5E-12C4-D6B9-22B078CF8813}"/>
                </a:ext>
              </a:extLst>
            </p:cNvPr>
            <p:cNvGrpSpPr/>
            <p:nvPr/>
          </p:nvGrpSpPr>
          <p:grpSpPr>
            <a:xfrm>
              <a:off x="2296511" y="2658456"/>
              <a:ext cx="9073225" cy="1261241"/>
              <a:chOff x="2532994" y="2229466"/>
              <a:chExt cx="9073225" cy="12612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108CA430-570E-D900-4294-58E99DC0CA5F}"/>
                      </a:ext>
                    </a:extLst>
                  </p:cNvPr>
                  <p:cNvSpPr/>
                  <p:nvPr/>
                </p:nvSpPr>
                <p:spPr>
                  <a:xfrm>
                    <a:off x="3815255" y="2229466"/>
                    <a:ext cx="4047349" cy="1261241"/>
                  </a:xfrm>
                  <a:prstGeom prst="rect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𝑡𝑒𝑚𝑝𝑒𝑟𝑎𝑡𝑢𝑟𝑒</m:t>
                          </m:r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108CA430-570E-D900-4294-58E99DC0CA5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5255" y="2229466"/>
                    <a:ext cx="4047349" cy="126124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F17F315-0772-B4CF-DECC-8C2B4727AFF6}"/>
                      </a:ext>
                    </a:extLst>
                  </p:cNvPr>
                  <p:cNvSpPr txBox="1"/>
                  <p:nvPr/>
                </p:nvSpPr>
                <p:spPr>
                  <a:xfrm>
                    <a:off x="9207058" y="2503920"/>
                    <a:ext cx="239916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36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dirty="0" smtClean="0">
                                  <a:latin typeface="Cambria Math" panose="02040503050406030204" pitchFamily="18" charset="0"/>
                                </a:rPr>
                                <m:t>𝑐𝑢𝑠𝑡𝑜𝑚𝑒𝑟𝑠</m:t>
                              </m:r>
                            </m:e>
                          </m:acc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F17F315-0772-B4CF-DECC-8C2B4727AF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7058" y="2503920"/>
                    <a:ext cx="2399161" cy="6463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D6829DA-4215-60DB-9C36-E4B4EE0E13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2994" y="2844698"/>
                <a:ext cx="1282261" cy="6916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DA9B41D-7F01-8B25-E5B3-51477B0EDB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61738" y="2829148"/>
                <a:ext cx="1241212" cy="30938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F07CC57-8E13-7016-C90F-02EBF5249DB9}"/>
                    </a:ext>
                  </a:extLst>
                </p:cNvPr>
                <p:cNvSpPr txBox="1"/>
                <p:nvPr/>
              </p:nvSpPr>
              <p:spPr>
                <a:xfrm>
                  <a:off x="-499301" y="2971940"/>
                  <a:ext cx="2762488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𝑡𝑒𝑚𝑝𝑒𝑟𝑎𝑡𝑢𝑟𝑒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F07CC57-8E13-7016-C90F-02EBF5249D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9301" y="2971940"/>
                  <a:ext cx="2762488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4566" r="-411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1121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E867D86-D6A9-27B6-ECB6-4CFB81670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73" y="3429000"/>
            <a:ext cx="7772400" cy="981776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8B7AC29-D6D6-BE9B-3DAE-E85BD4B3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464" y="1160319"/>
            <a:ext cx="7772400" cy="98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2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3BA78C6-0A1C-4CB9-96AB-A54F44A6E764}"/>
              </a:ext>
            </a:extLst>
          </p:cNvPr>
          <p:cNvGrpSpPr/>
          <p:nvPr/>
        </p:nvGrpSpPr>
        <p:grpSpPr>
          <a:xfrm>
            <a:off x="1680209" y="2446504"/>
            <a:ext cx="7251924" cy="1261241"/>
            <a:chOff x="1680209" y="2446504"/>
            <a:chExt cx="7251924" cy="126124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CBF2273-C976-0C60-837B-46E1628716EE}"/>
                </a:ext>
              </a:extLst>
            </p:cNvPr>
            <p:cNvGrpSpPr/>
            <p:nvPr/>
          </p:nvGrpSpPr>
          <p:grpSpPr>
            <a:xfrm>
              <a:off x="2300108" y="2446504"/>
              <a:ext cx="6632025" cy="1261241"/>
              <a:chOff x="2532994" y="2229466"/>
              <a:chExt cx="6632025" cy="12612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084818F6-C7C0-5DF1-F745-47E963919782}"/>
                      </a:ext>
                    </a:extLst>
                  </p:cNvPr>
                  <p:cNvSpPr/>
                  <p:nvPr/>
                </p:nvSpPr>
                <p:spPr>
                  <a:xfrm>
                    <a:off x="3815255" y="2229466"/>
                    <a:ext cx="3079533" cy="1261241"/>
                  </a:xfrm>
                  <a:prstGeom prst="rect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2.06+1.42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084818F6-C7C0-5DF1-F745-47E96391978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5255" y="2229466"/>
                    <a:ext cx="3079533" cy="126124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12B2922A-552F-4BA8-65F0-94F9A63B8B34}"/>
                      </a:ext>
                    </a:extLst>
                  </p:cNvPr>
                  <p:cNvSpPr txBox="1"/>
                  <p:nvPr/>
                </p:nvSpPr>
                <p:spPr>
                  <a:xfrm>
                    <a:off x="8177046" y="2503920"/>
                    <a:ext cx="98797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36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dirty="0" smtClean="0">
                                  <a:latin typeface="Cambria Math" panose="02040503050406030204" pitchFamily="18" charset="0"/>
                                </a:rPr>
                                <m:t>𝑐𝑢𝑠𝑡</m:t>
                              </m:r>
                            </m:e>
                          </m:acc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12B2922A-552F-4BA8-65F0-94F9A63B8B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7046" y="2503920"/>
                    <a:ext cx="987973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329" t="-17647" r="-35443" b="-372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6BFFB7FC-4CDE-D3CE-7D90-7676386C1C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2994" y="2844698"/>
                <a:ext cx="1282261" cy="6916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C16F0CE1-99D1-A444-B134-89A61D37EA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94788" y="2829148"/>
                <a:ext cx="1241212" cy="30938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CF35532-8EBD-2090-F812-2C9BB9E4DB35}"/>
                    </a:ext>
                  </a:extLst>
                </p:cNvPr>
                <p:cNvSpPr txBox="1"/>
                <p:nvPr/>
              </p:nvSpPr>
              <p:spPr>
                <a:xfrm>
                  <a:off x="1680209" y="2759988"/>
                  <a:ext cx="288604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CF35532-8EBD-2090-F812-2C9BB9E4D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0209" y="2759988"/>
                  <a:ext cx="288604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29167" r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98332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18799</TotalTime>
  <Words>162</Words>
  <Application>Microsoft Macintosh PowerPoint</Application>
  <PresentationFormat>Widescreen</PresentationFormat>
  <Paragraphs>40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Andale Mono</vt:lpstr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Viswa Viswanathan</dc:creator>
  <cp:lastModifiedBy>Viswa Viswanathan</cp:lastModifiedBy>
  <cp:revision>1</cp:revision>
  <dcterms:created xsi:type="dcterms:W3CDTF">2025-12-29T15:14:42Z</dcterms:created>
  <dcterms:modified xsi:type="dcterms:W3CDTF">2026-02-16T20:56:04Z</dcterms:modified>
</cp:coreProperties>
</file>