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4D5CA4-D295-7548-8FEC-3B23D05797E2}" v="9" dt="2026-01-09T23:23:17.9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94"/>
  </p:normalViewPr>
  <p:slideViewPr>
    <p:cSldViewPr snapToGrid="0">
      <p:cViewPr>
        <p:scale>
          <a:sx n="130" d="100"/>
          <a:sy n="130" d="100"/>
        </p:scale>
        <p:origin x="360" y="-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swa Viswanathan" userId="eeb7c4cd-bdfa-4397-b7a5-e8e212654fbb" providerId="ADAL" clId="{455DE2C3-A8E5-5974-AAE2-AD9291CAFE23}"/>
    <pc:docChg chg="undo custSel addSld modSld">
      <pc:chgData name="Viswa Viswanathan" userId="eeb7c4cd-bdfa-4397-b7a5-e8e212654fbb" providerId="ADAL" clId="{455DE2C3-A8E5-5974-AAE2-AD9291CAFE23}" dt="2026-01-09T23:32:59.957" v="339" actId="478"/>
      <pc:docMkLst>
        <pc:docMk/>
      </pc:docMkLst>
      <pc:sldChg chg="addSp delSp modSp new mod">
        <pc:chgData name="Viswa Viswanathan" userId="eeb7c4cd-bdfa-4397-b7a5-e8e212654fbb" providerId="ADAL" clId="{455DE2C3-A8E5-5974-AAE2-AD9291CAFE23}" dt="2026-01-09T15:06:58.558" v="264" actId="14100"/>
        <pc:sldMkLst>
          <pc:docMk/>
          <pc:sldMk cId="609444070" sldId="258"/>
        </pc:sldMkLst>
        <pc:spChg chg="del">
          <ac:chgData name="Viswa Viswanathan" userId="eeb7c4cd-bdfa-4397-b7a5-e8e212654fbb" providerId="ADAL" clId="{455DE2C3-A8E5-5974-AAE2-AD9291CAFE23}" dt="2026-01-09T12:20:08.816" v="1" actId="478"/>
          <ac:spMkLst>
            <pc:docMk/>
            <pc:sldMk cId="609444070" sldId="258"/>
            <ac:spMk id="2" creationId="{CB89F9C0-E97E-70A4-A2FA-DE82F015AD2E}"/>
          </ac:spMkLst>
        </pc:spChg>
        <pc:spChg chg="del">
          <ac:chgData name="Viswa Viswanathan" userId="eeb7c4cd-bdfa-4397-b7a5-e8e212654fbb" providerId="ADAL" clId="{455DE2C3-A8E5-5974-AAE2-AD9291CAFE23}" dt="2026-01-09T12:20:08.816" v="1" actId="478"/>
          <ac:spMkLst>
            <pc:docMk/>
            <pc:sldMk cId="609444070" sldId="258"/>
            <ac:spMk id="3" creationId="{3EBC0555-4D8A-C937-A9C2-4E00A3D66AA1}"/>
          </ac:spMkLst>
        </pc:spChg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5" creationId="{B172C85B-8D97-57CA-309D-A99979E46292}"/>
          </ac:spMkLst>
        </pc:spChg>
        <pc:spChg chg="del mod">
          <ac:chgData name="Viswa Viswanathan" userId="eeb7c4cd-bdfa-4397-b7a5-e8e212654fbb" providerId="ADAL" clId="{455DE2C3-A8E5-5974-AAE2-AD9291CAFE23}" dt="2026-01-09T12:24:26.637" v="67" actId="478"/>
          <ac:spMkLst>
            <pc:docMk/>
            <pc:sldMk cId="609444070" sldId="258"/>
            <ac:spMk id="6" creationId="{B15080B6-48D4-F9DC-753D-7ECD2C4A5B7E}"/>
          </ac:spMkLst>
        </pc:spChg>
        <pc:spChg chg="del mod">
          <ac:chgData name="Viswa Viswanathan" userId="eeb7c4cd-bdfa-4397-b7a5-e8e212654fbb" providerId="ADAL" clId="{455DE2C3-A8E5-5974-AAE2-AD9291CAFE23}" dt="2026-01-09T12:24:31.732" v="68" actId="478"/>
          <ac:spMkLst>
            <pc:docMk/>
            <pc:sldMk cId="609444070" sldId="258"/>
            <ac:spMk id="7" creationId="{07DB8F16-0731-0965-59CA-172899E5D9A0}"/>
          </ac:spMkLst>
        </pc:spChg>
        <pc:spChg chg="del mod">
          <ac:chgData name="Viswa Viswanathan" userId="eeb7c4cd-bdfa-4397-b7a5-e8e212654fbb" providerId="ADAL" clId="{455DE2C3-A8E5-5974-AAE2-AD9291CAFE23}" dt="2026-01-09T12:24:37.085" v="69" actId="478"/>
          <ac:spMkLst>
            <pc:docMk/>
            <pc:sldMk cId="609444070" sldId="258"/>
            <ac:spMk id="8" creationId="{7107DA6B-6AA8-E9F6-6C1E-E98550544553}"/>
          </ac:spMkLst>
        </pc:spChg>
        <pc:spChg chg="mod">
          <ac:chgData name="Viswa Viswanathan" userId="eeb7c4cd-bdfa-4397-b7a5-e8e212654fbb" providerId="ADAL" clId="{455DE2C3-A8E5-5974-AAE2-AD9291CAFE23}" dt="2026-01-09T12:25:02.487" v="75"/>
          <ac:spMkLst>
            <pc:docMk/>
            <pc:sldMk cId="609444070" sldId="258"/>
            <ac:spMk id="9" creationId="{70A15EFD-DC75-FB1F-380D-12B1696C791D}"/>
          </ac:spMkLst>
        </pc:spChg>
        <pc:spChg chg="add mod">
          <ac:chgData name="Viswa Viswanathan" userId="eeb7c4cd-bdfa-4397-b7a5-e8e212654fbb" providerId="ADAL" clId="{455DE2C3-A8E5-5974-AAE2-AD9291CAFE23}" dt="2026-01-09T12:25:23.861" v="101" actId="313"/>
          <ac:spMkLst>
            <pc:docMk/>
            <pc:sldMk cId="609444070" sldId="258"/>
            <ac:spMk id="10" creationId="{EEA042CA-F4FD-CA3E-8088-D4F50083D1F4}"/>
          </ac:spMkLst>
        </pc:spChg>
        <pc:spChg chg="mod">
          <ac:chgData name="Viswa Viswanathan" userId="eeb7c4cd-bdfa-4397-b7a5-e8e212654fbb" providerId="ADAL" clId="{455DE2C3-A8E5-5974-AAE2-AD9291CAFE23}" dt="2026-01-09T14:50:14.287" v="110" actId="1076"/>
          <ac:spMkLst>
            <pc:docMk/>
            <pc:sldMk cId="609444070" sldId="258"/>
            <ac:spMk id="12" creationId="{85713940-DAC1-FE6A-2A33-9EB5F27756FF}"/>
          </ac:spMkLst>
        </pc:spChg>
        <pc:spChg chg="mod">
          <ac:chgData name="Viswa Viswanathan" userId="eeb7c4cd-bdfa-4397-b7a5-e8e212654fbb" providerId="ADAL" clId="{455DE2C3-A8E5-5974-AAE2-AD9291CAFE23}" dt="2026-01-09T14:50:38.328" v="130" actId="14100"/>
          <ac:spMkLst>
            <pc:docMk/>
            <pc:sldMk cId="609444070" sldId="258"/>
            <ac:spMk id="13" creationId="{AC180B81-C0F3-9C61-DB51-1D17090E4A11}"/>
          </ac:spMkLst>
        </pc:spChg>
        <pc:spChg chg="mod">
          <ac:chgData name="Viswa Viswanathan" userId="eeb7c4cd-bdfa-4397-b7a5-e8e212654fbb" providerId="ADAL" clId="{455DE2C3-A8E5-5974-AAE2-AD9291CAFE23}" dt="2026-01-09T15:06:58.558" v="264" actId="14100"/>
          <ac:spMkLst>
            <pc:docMk/>
            <pc:sldMk cId="609444070" sldId="258"/>
            <ac:spMk id="14" creationId="{C778A9EF-D233-D732-06FE-9DFBC6B877CE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6" creationId="{345B4E63-2393-AB80-F5CF-1CC61EC291CE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7" creationId="{306A9C9C-822F-01AA-0ABC-B6D7501EEEF3}"/>
          </ac:spMkLst>
        </pc:spChg>
        <pc:spChg chg="mod">
          <ac:chgData name="Viswa Viswanathan" userId="eeb7c4cd-bdfa-4397-b7a5-e8e212654fbb" providerId="ADAL" clId="{455DE2C3-A8E5-5974-AAE2-AD9291CAFE23}" dt="2026-01-09T14:57:24.091" v="191"/>
          <ac:spMkLst>
            <pc:docMk/>
            <pc:sldMk cId="609444070" sldId="258"/>
            <ac:spMk id="18" creationId="{AE24B4E3-10C1-E372-8A28-5445D066F8CE}"/>
          </ac:spMkLst>
        </pc:spChg>
        <pc:grpChg chg="add mod">
          <ac:chgData name="Viswa Viswanathan" userId="eeb7c4cd-bdfa-4397-b7a5-e8e212654fbb" providerId="ADAL" clId="{455DE2C3-A8E5-5974-AAE2-AD9291CAFE23}" dt="2026-01-09T14:49:36.026" v="103" actId="1076"/>
          <ac:grpSpMkLst>
            <pc:docMk/>
            <pc:sldMk cId="609444070" sldId="258"/>
            <ac:grpSpMk id="4" creationId="{BFF3CFC2-0467-9408-1DB7-62442CED97BD}"/>
          </ac:grpSpMkLst>
        </pc:grpChg>
        <pc:grpChg chg="add mod">
          <ac:chgData name="Viswa Viswanathan" userId="eeb7c4cd-bdfa-4397-b7a5-e8e212654fbb" providerId="ADAL" clId="{455DE2C3-A8E5-5974-AAE2-AD9291CAFE23}" dt="2026-01-09T14:53:30.267" v="190" actId="1076"/>
          <ac:grpSpMkLst>
            <pc:docMk/>
            <pc:sldMk cId="609444070" sldId="258"/>
            <ac:grpSpMk id="11" creationId="{F62253B4-A4F5-CEE5-D7D3-1E36CE0908D8}"/>
          </ac:grpSpMkLst>
        </pc:grpChg>
        <pc:grpChg chg="add del mod">
          <ac:chgData name="Viswa Viswanathan" userId="eeb7c4cd-bdfa-4397-b7a5-e8e212654fbb" providerId="ADAL" clId="{455DE2C3-A8E5-5974-AAE2-AD9291CAFE23}" dt="2026-01-09T14:57:25.427" v="192" actId="21"/>
          <ac:grpSpMkLst>
            <pc:docMk/>
            <pc:sldMk cId="609444070" sldId="258"/>
            <ac:grpSpMk id="15" creationId="{DB7B6285-BF1D-3E92-C2A0-252001D771A1}"/>
          </ac:grpSpMkLst>
        </pc:grpChg>
      </pc:sldChg>
      <pc:sldChg chg="delSp modSp add mod">
        <pc:chgData name="Viswa Viswanathan" userId="eeb7c4cd-bdfa-4397-b7a5-e8e212654fbb" providerId="ADAL" clId="{455DE2C3-A8E5-5974-AAE2-AD9291CAFE23}" dt="2026-01-09T14:59:23.392" v="263" actId="20577"/>
        <pc:sldMkLst>
          <pc:docMk/>
          <pc:sldMk cId="3480885725" sldId="259"/>
        </pc:sldMkLst>
        <pc:spChg chg="mod">
          <ac:chgData name="Viswa Viswanathan" userId="eeb7c4cd-bdfa-4397-b7a5-e8e212654fbb" providerId="ADAL" clId="{455DE2C3-A8E5-5974-AAE2-AD9291CAFE23}" dt="2026-01-09T14:57:47.749" v="197" actId="1076"/>
          <ac:spMkLst>
            <pc:docMk/>
            <pc:sldMk cId="3480885725" sldId="259"/>
            <ac:spMk id="5" creationId="{356E47AC-5DB7-AA18-A756-443475D1D478}"/>
          </ac:spMkLst>
        </pc:spChg>
        <pc:spChg chg="mod">
          <ac:chgData name="Viswa Viswanathan" userId="eeb7c4cd-bdfa-4397-b7a5-e8e212654fbb" providerId="ADAL" clId="{455DE2C3-A8E5-5974-AAE2-AD9291CAFE23}" dt="2026-01-09T14:59:17.678" v="262" actId="14100"/>
          <ac:spMkLst>
            <pc:docMk/>
            <pc:sldMk cId="3480885725" sldId="259"/>
            <ac:spMk id="9" creationId="{65BFA266-A513-816A-418F-60B9A2257897}"/>
          </ac:spMkLst>
        </pc:spChg>
        <pc:spChg chg="mod">
          <ac:chgData name="Viswa Viswanathan" userId="eeb7c4cd-bdfa-4397-b7a5-e8e212654fbb" providerId="ADAL" clId="{455DE2C3-A8E5-5974-AAE2-AD9291CAFE23}" dt="2026-01-09T14:59:23.392" v="263" actId="20577"/>
          <ac:spMkLst>
            <pc:docMk/>
            <pc:sldMk cId="3480885725" sldId="259"/>
            <ac:spMk id="10" creationId="{4E322EA4-78C7-E42A-FA8D-3AD8F7D1D7A1}"/>
          </ac:spMkLst>
        </pc:spChg>
        <pc:grpChg chg="del">
          <ac:chgData name="Viswa Viswanathan" userId="eeb7c4cd-bdfa-4397-b7a5-e8e212654fbb" providerId="ADAL" clId="{455DE2C3-A8E5-5974-AAE2-AD9291CAFE23}" dt="2026-01-09T14:57:35.430" v="194" actId="478"/>
          <ac:grpSpMkLst>
            <pc:docMk/>
            <pc:sldMk cId="3480885725" sldId="259"/>
            <ac:grpSpMk id="11" creationId="{89584DD1-DEDC-5A68-1654-C7C0E1B46B35}"/>
          </ac:grpSpMkLst>
        </pc:grpChg>
      </pc:sldChg>
      <pc:sldChg chg="addSp delSp modSp new mod">
        <pc:chgData name="Viswa Viswanathan" userId="eeb7c4cd-bdfa-4397-b7a5-e8e212654fbb" providerId="ADAL" clId="{455DE2C3-A8E5-5974-AAE2-AD9291CAFE23}" dt="2026-01-09T17:36:45.972" v="275" actId="732"/>
        <pc:sldMkLst>
          <pc:docMk/>
          <pc:sldMk cId="2369186413" sldId="260"/>
        </pc:sldMkLst>
        <pc:spChg chg="del mod">
          <ac:chgData name="Viswa Viswanathan" userId="eeb7c4cd-bdfa-4397-b7a5-e8e212654fbb" providerId="ADAL" clId="{455DE2C3-A8E5-5974-AAE2-AD9291CAFE23}" dt="2026-01-09T17:35:26.242" v="267" actId="478"/>
          <ac:spMkLst>
            <pc:docMk/>
            <pc:sldMk cId="2369186413" sldId="260"/>
            <ac:spMk id="2" creationId="{F369824E-4956-2AC1-2910-34E3E31C8F0D}"/>
          </ac:spMkLst>
        </pc:spChg>
        <pc:spChg chg="del">
          <ac:chgData name="Viswa Viswanathan" userId="eeb7c4cd-bdfa-4397-b7a5-e8e212654fbb" providerId="ADAL" clId="{455DE2C3-A8E5-5974-AAE2-AD9291CAFE23}" dt="2026-01-09T17:35:26.242" v="267" actId="478"/>
          <ac:spMkLst>
            <pc:docMk/>
            <pc:sldMk cId="2369186413" sldId="260"/>
            <ac:spMk id="3" creationId="{1DD7F668-9A37-C0EE-61DF-F899656FB563}"/>
          </ac:spMkLst>
        </pc:spChg>
        <pc:picChg chg="add mod modCrop">
          <ac:chgData name="Viswa Viswanathan" userId="eeb7c4cd-bdfa-4397-b7a5-e8e212654fbb" providerId="ADAL" clId="{455DE2C3-A8E5-5974-AAE2-AD9291CAFE23}" dt="2026-01-09T17:36:45.972" v="275" actId="732"/>
          <ac:picMkLst>
            <pc:docMk/>
            <pc:sldMk cId="2369186413" sldId="260"/>
            <ac:picMk id="4" creationId="{C1D18C90-B2B4-E086-9392-140022CB4D03}"/>
          </ac:picMkLst>
        </pc:picChg>
      </pc:sldChg>
      <pc:sldChg chg="addSp delSp modSp new mod">
        <pc:chgData name="Viswa Viswanathan" userId="eeb7c4cd-bdfa-4397-b7a5-e8e212654fbb" providerId="ADAL" clId="{455DE2C3-A8E5-5974-AAE2-AD9291CAFE23}" dt="2026-01-09T23:32:59.957" v="339" actId="478"/>
        <pc:sldMkLst>
          <pc:docMk/>
          <pc:sldMk cId="497765789" sldId="261"/>
        </pc:sldMkLst>
        <pc:grpChg chg="add del">
          <ac:chgData name="Viswa Viswanathan" userId="eeb7c4cd-bdfa-4397-b7a5-e8e212654fbb" providerId="ADAL" clId="{455DE2C3-A8E5-5974-AAE2-AD9291CAFE23}" dt="2026-01-09T23:32:59.957" v="339" actId="478"/>
          <ac:grpSpMkLst>
            <pc:docMk/>
            <pc:sldMk cId="497765789" sldId="261"/>
            <ac:grpSpMk id="9" creationId="{AE64A4B6-94B9-57C3-8073-E9BB864CD554}"/>
          </ac:grpSpMkLst>
        </pc:grpChg>
        <pc:picChg chg="add del mod">
          <ac:chgData name="Viswa Viswanathan" userId="eeb7c4cd-bdfa-4397-b7a5-e8e212654fbb" providerId="ADAL" clId="{455DE2C3-A8E5-5974-AAE2-AD9291CAFE23}" dt="2026-01-09T23:22:04.476" v="284" actId="478"/>
          <ac:picMkLst>
            <pc:docMk/>
            <pc:sldMk cId="497765789" sldId="261"/>
            <ac:picMk id="3" creationId="{EDB893C5-6755-0371-65FB-756CCEF5DB88}"/>
          </ac:picMkLst>
        </pc:picChg>
        <pc:picChg chg="add del mod">
          <ac:chgData name="Viswa Viswanathan" userId="eeb7c4cd-bdfa-4397-b7a5-e8e212654fbb" providerId="ADAL" clId="{455DE2C3-A8E5-5974-AAE2-AD9291CAFE23}" dt="2026-01-09T23:22:04.476" v="284" actId="478"/>
          <ac:picMkLst>
            <pc:docMk/>
            <pc:sldMk cId="497765789" sldId="261"/>
            <ac:picMk id="4" creationId="{20761058-BE53-6815-41F6-8E94C4F9BB60}"/>
          </ac:picMkLst>
        </pc:picChg>
        <pc:picChg chg="add del mod topLvl modCrop">
          <ac:chgData name="Viswa Viswanathan" userId="eeb7c4cd-bdfa-4397-b7a5-e8e212654fbb" providerId="ADAL" clId="{455DE2C3-A8E5-5974-AAE2-AD9291CAFE23}" dt="2026-01-09T23:32:59.957" v="339" actId="478"/>
          <ac:picMkLst>
            <pc:docMk/>
            <pc:sldMk cId="497765789" sldId="261"/>
            <ac:picMk id="6" creationId="{71FE3DFC-5B10-BBBB-0571-95DD178376F8}"/>
          </ac:picMkLst>
        </pc:picChg>
        <pc:picChg chg="add del mod topLvl modCrop">
          <ac:chgData name="Viswa Viswanathan" userId="eeb7c4cd-bdfa-4397-b7a5-e8e212654fbb" providerId="ADAL" clId="{455DE2C3-A8E5-5974-AAE2-AD9291CAFE23}" dt="2026-01-09T23:32:59.957" v="339" actId="478"/>
          <ac:picMkLst>
            <pc:docMk/>
            <pc:sldMk cId="497765789" sldId="261"/>
            <ac:picMk id="8" creationId="{1C7AF582-E18F-90C5-D4DD-2F6C40A3AF8A}"/>
          </ac:picMkLst>
        </pc:picChg>
      </pc:sldChg>
    </pc:docChg>
  </pc:docChgLst>
  <pc:docChgLst>
    <pc:chgData name="Viswa Viswanathan" userId="eeb7c4cd-bdfa-4397-b7a5-e8e212654fbb" providerId="ADAL" clId="{789CB485-5F3F-5DB7-AA3E-86007C2BD59C}"/>
    <pc:docChg chg="custSel addSld modSld">
      <pc:chgData name="Viswa Viswanathan" userId="eeb7c4cd-bdfa-4397-b7a5-e8e212654fbb" providerId="ADAL" clId="{789CB485-5F3F-5DB7-AA3E-86007C2BD59C}" dt="2026-01-06T17:10:50.694" v="49" actId="1076"/>
      <pc:docMkLst>
        <pc:docMk/>
      </pc:docMkLst>
      <pc:sldChg chg="addSp delSp modSp add mod">
        <pc:chgData name="Viswa Viswanathan" userId="eeb7c4cd-bdfa-4397-b7a5-e8e212654fbb" providerId="ADAL" clId="{789CB485-5F3F-5DB7-AA3E-86007C2BD59C}" dt="2026-01-06T17:10:50.694" v="49" actId="1076"/>
        <pc:sldMkLst>
          <pc:docMk/>
          <pc:sldMk cId="4208986912" sldId="257"/>
        </pc:sldMkLst>
        <pc:spChg chg="add mod">
          <ac:chgData name="Viswa Viswanathan" userId="eeb7c4cd-bdfa-4397-b7a5-e8e212654fbb" providerId="ADAL" clId="{789CB485-5F3F-5DB7-AA3E-86007C2BD59C}" dt="2026-01-06T17:10:30.908" v="48" actId="1076"/>
          <ac:spMkLst>
            <pc:docMk/>
            <pc:sldMk cId="4208986912" sldId="257"/>
            <ac:spMk id="2" creationId="{8ADF71F1-85EE-74B4-6265-B7EFBAAF78B9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0" creationId="{F29DBCCC-F30D-21BB-2448-F615FE04D62D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1" creationId="{395ACB1E-281A-D31B-6EFC-7164C927BBAB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2" creationId="{ABDC464D-84BA-FD93-9F9D-6E48C60E2F43}"/>
          </ac:spMkLst>
        </pc:spChg>
        <pc:spChg chg="mod">
          <ac:chgData name="Viswa Viswanathan" userId="eeb7c4cd-bdfa-4397-b7a5-e8e212654fbb" providerId="ADAL" clId="{789CB485-5F3F-5DB7-AA3E-86007C2BD59C}" dt="2026-01-06T17:08:11.183" v="9"/>
          <ac:spMkLst>
            <pc:docMk/>
            <pc:sldMk cId="4208986912" sldId="257"/>
            <ac:spMk id="13" creationId="{4381E3ED-13B9-6812-CC2B-327709A1DF65}"/>
          </ac:spMkLst>
        </pc:spChg>
        <pc:grpChg chg="mod">
          <ac:chgData name="Viswa Viswanathan" userId="eeb7c4cd-bdfa-4397-b7a5-e8e212654fbb" providerId="ADAL" clId="{789CB485-5F3F-5DB7-AA3E-86007C2BD59C}" dt="2026-01-06T17:10:50.694" v="49" actId="1076"/>
          <ac:grpSpMkLst>
            <pc:docMk/>
            <pc:sldMk cId="4208986912" sldId="257"/>
            <ac:grpSpMk id="15" creationId="{931196B9-93A6-21D3-0054-CC497954D1B8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1A2B08-CF5C-DF47-8D7F-848C0AE3F928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6EDFF5-7C57-844A-878E-F94030E798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36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6EDFF5-7C57-844A-878E-F94030E7982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374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012D8-12E1-1FAC-BA43-3552F64056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4207F-98FB-36E9-7C7D-E06C6FD76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B69B7-2983-661E-C2B2-DEA5C09F5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D94DA-9984-77F0-DB8E-35AE66993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69E2E-C5CF-BECF-B4E7-A0A4F815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636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C84E1-1EB3-3C56-C218-24078BD0C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26558-0761-54CA-18EB-312F835B6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59CC6-34E8-2281-AE70-AF48FC6A5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EE901-CE1C-B893-08AC-5657A8E9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4F58B-C3A3-F816-CC8C-320B9F566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94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54E7C-3091-7AF7-0F42-F417E5098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B90597-396F-9F96-DC3D-25000750F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A27CE-8798-84E6-54B1-A9289BF24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6821A-A1EA-446A-6446-2ACD35190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EE812-1B85-313A-A2B6-806A692DE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466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A4C7C-E485-27D3-35AE-E51FECA2B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B818B-A264-FB1A-E854-C9069ECC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46C37-069D-8464-AEB9-DDC75F8B3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9B5CC-DA1B-E4FE-103F-D7B134D3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D6B651-E492-0346-AB4B-F4B69742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EA7667-C435-C6FA-2F61-8ECDDA20B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974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56EE4-CBAC-CF3E-88A6-D056A5234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E7FA2-DCB2-F05D-13BB-D0326A6F2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825B9-4B8A-F7AF-0077-3A55676CF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0191B-6912-6EF2-11CD-6D79D67829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0CE137-B2B2-BBD2-9ABC-6D4FE2344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DF6E7-7072-A04A-DB13-8C9017F0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206AE-CBB0-4939-EF1B-5E7ADA9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175862-3D71-1126-7880-042FB9270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190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3A4A-5D68-8784-277E-C23DCF34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B275C6-B0FA-2C09-7556-7AB2D250D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78C94B-4A9D-5C2F-BE5F-512E13215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A4FC2-FC54-977E-E67C-002EA21F0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93C448-73A6-FDE0-21C1-5F679D24A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EBF4B-A85E-857D-CDFB-DC1A8B028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99D46-8E22-6B57-91B8-442E4F06F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365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33D0-8479-E95D-C12D-E23EA77DB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6FB9F-AC39-F9C0-5BBB-DB8073DB4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BC5DCB-A29B-4806-264F-7681170CC7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5C8C5-510D-DA7C-9B6E-71F09D26D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D9581-A1A2-9198-C25F-D341082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E9C71-B524-5C3D-DA69-1D283057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00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52F52-1A85-371A-6144-D5802EBB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8148A8-1199-747F-7CB2-D054A9B363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3C525-43C7-61AA-AAA7-CF4EA69E1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ABC95-307B-B67D-1655-BBB323842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C58FF-6153-08BB-D160-3ED4229B9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CAF5AA-6471-32CF-0BC9-0E0A5AC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662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6D9B-8F43-25C7-21EA-36C6EFA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E741F-F447-75EA-59E7-C84B0C314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6BEBF-4BC7-4EAB-89AA-E4F3CC9DA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61DC9-BFE3-ED06-8612-2FCC5F5A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A8840-1270-30AC-6346-C808DDFA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876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9373E3-7990-E0E8-A074-84A783ABE0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A61126-E6EE-EEE5-E0A8-E69D6BCAA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AD150E-5C5C-075A-8A69-2C85B0ACF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3B51E-C969-2A2B-E31B-C8AC8F9D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9D539-6F5A-EED0-4311-76BF4779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924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2FDE1B-8169-8FAF-B82C-D20500EFC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B97F1-140B-029A-6073-246E2AA47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D528-CA0B-BE02-7B3B-BD9D670F3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B1118E-0B00-8740-91F6-6173C96993E6}" type="datetimeFigureOut">
              <a:rPr lang="en-US" smtClean="0"/>
              <a:t>1/9/26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104C-C1F8-9994-69E1-2CF6FFC352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960D6-225C-C76D-F63B-D887D7118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D96CFE-5F8E-5B4E-96D9-04D97455B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8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FCAEBD26-BFB2-BF42-ABF5-ED0DDAF15C94}"/>
              </a:ext>
            </a:extLst>
          </p:cNvPr>
          <p:cNvGrpSpPr/>
          <p:nvPr/>
        </p:nvGrpSpPr>
        <p:grpSpPr>
          <a:xfrm>
            <a:off x="576197" y="513567"/>
            <a:ext cx="10697227" cy="3349629"/>
            <a:chOff x="576197" y="513567"/>
            <a:chExt cx="10697227" cy="334962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D011693-5200-90CC-EED1-AB6FAB787DAC}"/>
                </a:ext>
              </a:extLst>
            </p:cNvPr>
            <p:cNvSpPr txBox="1"/>
            <p:nvPr/>
          </p:nvSpPr>
          <p:spPr>
            <a:xfrm>
              <a:off x="1775012" y="1479176"/>
              <a:ext cx="857798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price_demand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price)</a:t>
              </a:r>
            </a:p>
          </p:txBody>
        </p:sp>
        <p:sp>
          <p:nvSpPr>
            <p:cNvPr id="6" name="Oval Callout 5">
              <a:extLst>
                <a:ext uri="{FF2B5EF4-FFF2-40B4-BE49-F238E27FC236}">
                  <a16:creationId xmlns:a16="http://schemas.microsoft.com/office/drawing/2014/main" id="{6C884CE2-4FA4-F69F-CD09-A43C64A6B0FF}"/>
                </a:ext>
              </a:extLst>
            </p:cNvPr>
            <p:cNvSpPr/>
            <p:nvPr/>
          </p:nvSpPr>
          <p:spPr>
            <a:xfrm>
              <a:off x="576197" y="513567"/>
              <a:ext cx="3356976" cy="551145"/>
            </a:xfrm>
            <a:prstGeom prst="wedgeEllipseCallout">
              <a:avLst>
                <a:gd name="adj1" fmla="val 7922"/>
                <a:gd name="adj2" fmla="val 13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Input data frame</a:t>
              </a:r>
            </a:p>
          </p:txBody>
        </p:sp>
        <p:sp>
          <p:nvSpPr>
            <p:cNvPr id="7" name="Oval Callout 6">
              <a:extLst>
                <a:ext uri="{FF2B5EF4-FFF2-40B4-BE49-F238E27FC236}">
                  <a16:creationId xmlns:a16="http://schemas.microsoft.com/office/drawing/2014/main" id="{FF0D9A27-9EF7-5854-0079-4254688641CD}"/>
                </a:ext>
              </a:extLst>
            </p:cNvPr>
            <p:cNvSpPr/>
            <p:nvPr/>
          </p:nvSpPr>
          <p:spPr>
            <a:xfrm>
              <a:off x="5413331" y="513567"/>
              <a:ext cx="3356976" cy="551145"/>
            </a:xfrm>
            <a:prstGeom prst="wedgeEllipseCallout">
              <a:avLst>
                <a:gd name="adj1" fmla="val -45063"/>
                <a:gd name="adj2" fmla="val 160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Pipe operator</a:t>
              </a:r>
            </a:p>
          </p:txBody>
        </p:sp>
        <p:sp>
          <p:nvSpPr>
            <p:cNvPr id="8" name="Oval Callout 7">
              <a:extLst>
                <a:ext uri="{FF2B5EF4-FFF2-40B4-BE49-F238E27FC236}">
                  <a16:creationId xmlns:a16="http://schemas.microsoft.com/office/drawing/2014/main" id="{452DCA58-E26F-CE28-DFF2-A04C6F1080E8}"/>
                </a:ext>
              </a:extLst>
            </p:cNvPr>
            <p:cNvSpPr/>
            <p:nvPr/>
          </p:nvSpPr>
          <p:spPr>
            <a:xfrm>
              <a:off x="1449335" y="3312051"/>
              <a:ext cx="3356976" cy="551145"/>
            </a:xfrm>
            <a:prstGeom prst="wedgeEllipseCallout">
              <a:avLst>
                <a:gd name="adj1" fmla="val 13519"/>
                <a:gd name="adj2" fmla="val -192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Function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B2693283-7254-E02A-7089-BDA8AC053252}"/>
                </a:ext>
              </a:extLst>
            </p:cNvPr>
            <p:cNvSpPr/>
            <p:nvPr/>
          </p:nvSpPr>
          <p:spPr>
            <a:xfrm>
              <a:off x="5898161" y="3312051"/>
              <a:ext cx="5375263" cy="551145"/>
            </a:xfrm>
            <a:prstGeom prst="wedgeEllipseCallout">
              <a:avLst>
                <a:gd name="adj1" fmla="val -7737"/>
                <a:gd name="adj2" fmla="val -18522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 expression for the plot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9376DA3-BD5E-24DD-931A-CAB4F04B5CBA}"/>
              </a:ext>
            </a:extLst>
          </p:cNvPr>
          <p:cNvGrpSpPr/>
          <p:nvPr/>
        </p:nvGrpSpPr>
        <p:grpSpPr>
          <a:xfrm>
            <a:off x="1251007" y="4803733"/>
            <a:ext cx="9552201" cy="1816272"/>
            <a:chOff x="1251007" y="4803733"/>
            <a:chExt cx="9552201" cy="181627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84273C-1D43-DE1F-E62F-544211976F31}"/>
                </a:ext>
              </a:extLst>
            </p:cNvPr>
            <p:cNvSpPr txBox="1"/>
            <p:nvPr/>
          </p:nvSpPr>
          <p:spPr>
            <a:xfrm>
              <a:off x="3566232" y="4803733"/>
              <a:ext cx="438132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sales_qty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price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F0BC282D-F8A4-D161-69DE-860390CD3D9B}"/>
                </a:ext>
              </a:extLst>
            </p:cNvPr>
            <p:cNvSpPr/>
            <p:nvPr/>
          </p:nvSpPr>
          <p:spPr>
            <a:xfrm>
              <a:off x="1251007" y="6068860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03DCF090-1E2C-AF66-DBDC-AFC110B7224C}"/>
                </a:ext>
              </a:extLst>
            </p:cNvPr>
            <p:cNvSpPr/>
            <p:nvPr/>
          </p:nvSpPr>
          <p:spPr>
            <a:xfrm>
              <a:off x="7446232" y="6037544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32004579-A6A6-DC60-66C0-53762F28B4E6}"/>
                </a:ext>
              </a:extLst>
            </p:cNvPr>
            <p:cNvSpPr/>
            <p:nvPr/>
          </p:nvSpPr>
          <p:spPr>
            <a:xfrm>
              <a:off x="5103558" y="6025017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7468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E9D51-3CB0-ECA5-0431-3BF11125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931196B9-93A6-21D3-0054-CC497954D1B8}"/>
              </a:ext>
            </a:extLst>
          </p:cNvPr>
          <p:cNvGrpSpPr/>
          <p:nvPr/>
        </p:nvGrpSpPr>
        <p:grpSpPr>
          <a:xfrm>
            <a:off x="-2119430" y="1009500"/>
            <a:ext cx="14582618" cy="2727575"/>
            <a:chOff x="799062" y="4614547"/>
            <a:chExt cx="14582618" cy="272757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9DBCCC-F30D-21BB-2448-F615FE04D62D}"/>
                </a:ext>
              </a:extLst>
            </p:cNvPr>
            <p:cNvSpPr txBox="1"/>
            <p:nvPr/>
          </p:nvSpPr>
          <p:spPr>
            <a:xfrm>
              <a:off x="1579777" y="4614547"/>
              <a:ext cx="110466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weekly_sales_k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~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advertising_spend_k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color</a:t>
              </a:r>
            </a:p>
          </p:txBody>
        </p:sp>
        <p:sp>
          <p:nvSpPr>
            <p:cNvPr id="11" name="Oval Callout 10">
              <a:extLst>
                <a:ext uri="{FF2B5EF4-FFF2-40B4-BE49-F238E27FC236}">
                  <a16:creationId xmlns:a16="http://schemas.microsoft.com/office/drawing/2014/main" id="{395ACB1E-281A-D31B-6EFC-7164C927BBAB}"/>
                </a:ext>
              </a:extLst>
            </p:cNvPr>
            <p:cNvSpPr/>
            <p:nvPr/>
          </p:nvSpPr>
          <p:spPr>
            <a:xfrm>
              <a:off x="799062" y="6025016"/>
              <a:ext cx="3356976" cy="551145"/>
            </a:xfrm>
            <a:prstGeom prst="wedgeEllipseCallout">
              <a:avLst>
                <a:gd name="adj1" fmla="val 30683"/>
                <a:gd name="adj2" fmla="val -17386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2" name="Oval Callout 11">
              <a:extLst>
                <a:ext uri="{FF2B5EF4-FFF2-40B4-BE49-F238E27FC236}">
                  <a16:creationId xmlns:a16="http://schemas.microsoft.com/office/drawing/2014/main" id="{ABDC464D-84BA-FD93-9F9D-6E48C60E2F43}"/>
                </a:ext>
              </a:extLst>
            </p:cNvPr>
            <p:cNvSpPr/>
            <p:nvPr/>
          </p:nvSpPr>
          <p:spPr>
            <a:xfrm>
              <a:off x="6868163" y="5900910"/>
              <a:ext cx="3356976" cy="55114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X-axis variable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4381E3ED-13B9-6812-CC2B-327709A1DF65}"/>
                </a:ext>
              </a:extLst>
            </p:cNvPr>
            <p:cNvSpPr/>
            <p:nvPr/>
          </p:nvSpPr>
          <p:spPr>
            <a:xfrm>
              <a:off x="4409875" y="6025015"/>
              <a:ext cx="1847099" cy="551145"/>
            </a:xfrm>
            <a:prstGeom prst="wedgeEllipseCallout">
              <a:avLst>
                <a:gd name="adj1" fmla="val 8982"/>
                <a:gd name="adj2" fmla="val -18977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</a:t>
              </a:r>
            </a:p>
          </p:txBody>
        </p:sp>
        <p:sp>
          <p:nvSpPr>
            <p:cNvPr id="2" name="Oval Callout 1">
              <a:extLst>
                <a:ext uri="{FF2B5EF4-FFF2-40B4-BE49-F238E27FC236}">
                  <a16:creationId xmlns:a16="http://schemas.microsoft.com/office/drawing/2014/main" id="{8ADF71F1-85EE-74B4-6265-B7EFBAAF78B9}"/>
                </a:ext>
              </a:extLst>
            </p:cNvPr>
            <p:cNvSpPr/>
            <p:nvPr/>
          </p:nvSpPr>
          <p:spPr>
            <a:xfrm>
              <a:off x="11305747" y="6300587"/>
              <a:ext cx="4075933" cy="1041535"/>
            </a:xfrm>
            <a:prstGeom prst="wedgeEllipseCallout">
              <a:avLst>
                <a:gd name="adj1" fmla="val -42825"/>
                <a:gd name="adj2" fmla="val -167045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Variable for color of points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0898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FF3CFC2-0467-9408-1DB7-62442CED97BD}"/>
              </a:ext>
            </a:extLst>
          </p:cNvPr>
          <p:cNvGrpSpPr/>
          <p:nvPr/>
        </p:nvGrpSpPr>
        <p:grpSpPr>
          <a:xfrm>
            <a:off x="134405" y="464478"/>
            <a:ext cx="12057595" cy="2361320"/>
            <a:chOff x="1775012" y="1479176"/>
            <a:chExt cx="12057595" cy="2361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72C85B-8D97-57CA-309D-A99979E46292}"/>
                </a:ext>
              </a:extLst>
            </p:cNvPr>
            <p:cNvSpPr txBox="1"/>
            <p:nvPr/>
          </p:nvSpPr>
          <p:spPr>
            <a:xfrm>
              <a:off x="1775012" y="1479176"/>
              <a:ext cx="1154033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Boston_marathon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|&gt; </a:t>
              </a:r>
            </a:p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point_plot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(minutes ~ 1, </a:t>
              </a: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”violin”)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70A15EFD-DC75-FB1F-380D-12B1696C791D}"/>
                </a:ext>
              </a:extLst>
            </p:cNvPr>
            <p:cNvSpPr/>
            <p:nvPr/>
          </p:nvSpPr>
          <p:spPr>
            <a:xfrm>
              <a:off x="2574195" y="3289351"/>
              <a:ext cx="5375263" cy="551145"/>
            </a:xfrm>
            <a:prstGeom prst="wedgeEllipseCallout">
              <a:avLst>
                <a:gd name="adj1" fmla="val 15481"/>
                <a:gd name="adj2" fmla="val -191953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Tilde expression for the plot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EEA042CA-F4FD-CA3E-8088-D4F50083D1F4}"/>
                </a:ext>
              </a:extLst>
            </p:cNvPr>
            <p:cNvSpPr/>
            <p:nvPr/>
          </p:nvSpPr>
          <p:spPr>
            <a:xfrm>
              <a:off x="8457344" y="3289350"/>
              <a:ext cx="5375263" cy="551145"/>
            </a:xfrm>
            <a:prstGeom prst="wedgeEllipseCallout">
              <a:avLst>
                <a:gd name="adj1" fmla="val -17879"/>
                <a:gd name="adj2" fmla="val -196262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Adding an “annotation”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2253B4-A4F5-CEE5-D7D3-1E36CE0908D8}"/>
              </a:ext>
            </a:extLst>
          </p:cNvPr>
          <p:cNvGrpSpPr/>
          <p:nvPr/>
        </p:nvGrpSpPr>
        <p:grpSpPr>
          <a:xfrm>
            <a:off x="1826235" y="3558753"/>
            <a:ext cx="9848509" cy="2445666"/>
            <a:chOff x="3604902" y="1893998"/>
            <a:chExt cx="9848509" cy="244566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713940-DAC1-FE6A-2A33-9EB5F27756FF}"/>
                </a:ext>
              </a:extLst>
            </p:cNvPr>
            <p:cNvSpPr txBox="1"/>
            <p:nvPr/>
          </p:nvSpPr>
          <p:spPr>
            <a:xfrm>
              <a:off x="5693869" y="1893998"/>
              <a:ext cx="290015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minutes ~ 1</a:t>
              </a:r>
            </a:p>
          </p:txBody>
        </p:sp>
        <p:sp>
          <p:nvSpPr>
            <p:cNvPr id="13" name="Oval Callout 12">
              <a:extLst>
                <a:ext uri="{FF2B5EF4-FFF2-40B4-BE49-F238E27FC236}">
                  <a16:creationId xmlns:a16="http://schemas.microsoft.com/office/drawing/2014/main" id="{AC180B81-C0F3-9C61-DB51-1D17090E4A11}"/>
                </a:ext>
              </a:extLst>
            </p:cNvPr>
            <p:cNvSpPr/>
            <p:nvPr/>
          </p:nvSpPr>
          <p:spPr>
            <a:xfrm>
              <a:off x="3604902" y="3289349"/>
              <a:ext cx="3119673" cy="551145"/>
            </a:xfrm>
            <a:prstGeom prst="wedgeEllipseCallout">
              <a:avLst>
                <a:gd name="adj1" fmla="val 27281"/>
                <a:gd name="adj2" fmla="val -20703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Y-axis variable</a:t>
              </a:r>
            </a:p>
          </p:txBody>
        </p:sp>
        <p:sp>
          <p:nvSpPr>
            <p:cNvPr id="14" name="Oval Callout 13">
              <a:extLst>
                <a:ext uri="{FF2B5EF4-FFF2-40B4-BE49-F238E27FC236}">
                  <a16:creationId xmlns:a16="http://schemas.microsoft.com/office/drawing/2014/main" id="{C778A9EF-D233-D732-06FE-9DFBC6B877CE}"/>
                </a:ext>
              </a:extLst>
            </p:cNvPr>
            <p:cNvSpPr/>
            <p:nvPr/>
          </p:nvSpPr>
          <p:spPr>
            <a:xfrm>
              <a:off x="8694850" y="3288942"/>
              <a:ext cx="4758561" cy="1050722"/>
            </a:xfrm>
            <a:prstGeom prst="wedgeEllipseCallout">
              <a:avLst>
                <a:gd name="adj1" fmla="val -56648"/>
                <a:gd name="adj2" fmla="val -138797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”1” because there is no x-axis variable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9444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D2F94-8EEC-1E84-50A7-E5B3227E1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B044C0E-3A6B-79EC-745B-EF3DDC4F968C}"/>
              </a:ext>
            </a:extLst>
          </p:cNvPr>
          <p:cNvGrpSpPr/>
          <p:nvPr/>
        </p:nvGrpSpPr>
        <p:grpSpPr>
          <a:xfrm>
            <a:off x="476520" y="523855"/>
            <a:ext cx="11238961" cy="1915576"/>
            <a:chOff x="2117127" y="1538553"/>
            <a:chExt cx="11238961" cy="191557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56E47AC-5DB7-AA18-A756-443475D1D478}"/>
                </a:ext>
              </a:extLst>
            </p:cNvPr>
            <p:cNvSpPr txBox="1"/>
            <p:nvPr/>
          </p:nvSpPr>
          <p:spPr>
            <a:xfrm>
              <a:off x="5123853" y="1538553"/>
              <a:ext cx="413446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annot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”violin”</a:t>
              </a:r>
            </a:p>
          </p:txBody>
        </p:sp>
        <p:sp>
          <p:nvSpPr>
            <p:cNvPr id="9" name="Oval Callout 8">
              <a:extLst>
                <a:ext uri="{FF2B5EF4-FFF2-40B4-BE49-F238E27FC236}">
                  <a16:creationId xmlns:a16="http://schemas.microsoft.com/office/drawing/2014/main" id="{65BFA266-A513-816A-418F-60B9A2257897}"/>
                </a:ext>
              </a:extLst>
            </p:cNvPr>
            <p:cNvSpPr/>
            <p:nvPr/>
          </p:nvSpPr>
          <p:spPr>
            <a:xfrm>
              <a:off x="2117127" y="2902983"/>
              <a:ext cx="5375263" cy="551145"/>
            </a:xfrm>
            <a:prstGeom prst="wedgeEllipseCallout">
              <a:avLst>
                <a:gd name="adj1" fmla="val 17637"/>
                <a:gd name="adj2" fmla="val -194290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We want an annotation</a:t>
              </a:r>
            </a:p>
          </p:txBody>
        </p:sp>
        <p:sp>
          <p:nvSpPr>
            <p:cNvPr id="10" name="Oval Callout 9">
              <a:extLst>
                <a:ext uri="{FF2B5EF4-FFF2-40B4-BE49-F238E27FC236}">
                  <a16:creationId xmlns:a16="http://schemas.microsoft.com/office/drawing/2014/main" id="{4E322EA4-78C7-E42A-FA8D-3AD8F7D1D7A1}"/>
                </a:ext>
              </a:extLst>
            </p:cNvPr>
            <p:cNvSpPr/>
            <p:nvPr/>
          </p:nvSpPr>
          <p:spPr>
            <a:xfrm>
              <a:off x="7980825" y="2902984"/>
              <a:ext cx="5375263" cy="551145"/>
            </a:xfrm>
            <a:prstGeom prst="wedgeEllipseCallout">
              <a:avLst>
                <a:gd name="adj1" fmla="val -38005"/>
                <a:gd name="adj2" fmla="val -207946"/>
              </a:avLst>
            </a:prstGeom>
            <a:solidFill>
              <a:schemeClr val="bg1"/>
            </a:solidFill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… specifically, a “violin”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0885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D18C90-B2B4-E086-9392-140022CB4D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68" r="47850"/>
          <a:stretch>
            <a:fillRect/>
          </a:stretch>
        </p:blipFill>
        <p:spPr>
          <a:xfrm rot="5400000">
            <a:off x="2647452" y="1092245"/>
            <a:ext cx="2311247" cy="610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186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7765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8597</TotalTime>
  <Words>118</Words>
  <Application>Microsoft Macintosh PowerPoint</Application>
  <PresentationFormat>Widescreen</PresentationFormat>
  <Paragraphs>26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Viswa Viswanathan</dc:creator>
  <cp:lastModifiedBy>Viswa Viswanathan</cp:lastModifiedBy>
  <cp:revision>1</cp:revision>
  <dcterms:created xsi:type="dcterms:W3CDTF">2025-12-29T15:14:42Z</dcterms:created>
  <dcterms:modified xsi:type="dcterms:W3CDTF">2026-01-09T23:33:09Z</dcterms:modified>
</cp:coreProperties>
</file>